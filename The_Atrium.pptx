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58" r:id="rId16"/>
    <p:sldId id="273" r:id="rId17"/>
    <p:sldId id="278" r:id="rId18"/>
    <p:sldId id="279" r:id="rId19"/>
    <p:sldId id="277" r:id="rId20"/>
    <p:sldId id="276" r:id="rId21"/>
    <p:sldId id="275" r:id="rId22"/>
    <p:sldId id="274" r:id="rId23"/>
    <p:sldId id="280" r:id="rId24"/>
    <p:sldId id="271" r:id="rId25"/>
    <p:sldId id="282" r:id="rId26"/>
    <p:sldId id="285" r:id="rId27"/>
    <p:sldId id="284" r:id="rId28"/>
    <p:sldId id="283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33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1" r:id="rId65"/>
    <p:sldId id="324" r:id="rId66"/>
    <p:sldId id="326" r:id="rId67"/>
    <p:sldId id="327" r:id="rId68"/>
    <p:sldId id="328" r:id="rId69"/>
    <p:sldId id="329" r:id="rId70"/>
    <p:sldId id="342" r:id="rId71"/>
    <p:sldId id="343" r:id="rId72"/>
    <p:sldId id="344" r:id="rId73"/>
    <p:sldId id="346" r:id="rId74"/>
    <p:sldId id="348" r:id="rId75"/>
    <p:sldId id="349" r:id="rId76"/>
    <p:sldId id="351" r:id="rId77"/>
    <p:sldId id="352" r:id="rId78"/>
    <p:sldId id="353" r:id="rId79"/>
    <p:sldId id="330" r:id="rId80"/>
    <p:sldId id="331" r:id="rId81"/>
    <p:sldId id="332" r:id="rId82"/>
    <p:sldId id="337" r:id="rId83"/>
    <p:sldId id="333" r:id="rId84"/>
    <p:sldId id="334" r:id="rId85"/>
    <p:sldId id="338" r:id="rId86"/>
    <p:sldId id="339" r:id="rId87"/>
    <p:sldId id="358" r:id="rId88"/>
    <p:sldId id="359" r:id="rId89"/>
    <p:sldId id="360" r:id="rId90"/>
    <p:sldId id="361" r:id="rId91"/>
    <p:sldId id="362" r:id="rId92"/>
    <p:sldId id="357" r:id="rId93"/>
    <p:sldId id="355" r:id="rId94"/>
    <p:sldId id="356" r:id="rId95"/>
    <p:sldId id="363" r:id="rId96"/>
    <p:sldId id="364" r:id="rId97"/>
    <p:sldId id="365" r:id="rId98"/>
    <p:sldId id="366" r:id="rId99"/>
    <p:sldId id="367" r:id="rId100"/>
    <p:sldId id="368" r:id="rId101"/>
    <p:sldId id="369" r:id="rId102"/>
    <p:sldId id="370" r:id="rId103"/>
    <p:sldId id="371" r:id="rId104"/>
    <p:sldId id="372" r:id="rId105"/>
    <p:sldId id="373" r:id="rId106"/>
    <p:sldId id="374" r:id="rId107"/>
    <p:sldId id="375" r:id="rId108"/>
    <p:sldId id="376" r:id="rId109"/>
    <p:sldId id="377" r:id="rId110"/>
    <p:sldId id="378" r:id="rId111"/>
    <p:sldId id="379" r:id="rId112"/>
    <p:sldId id="380" r:id="rId113"/>
    <p:sldId id="381" r:id="rId114"/>
    <p:sldId id="382" r:id="rId115"/>
    <p:sldId id="383" r:id="rId116"/>
    <p:sldId id="384" r:id="rId117"/>
    <p:sldId id="385" r:id="rId118"/>
    <p:sldId id="388" r:id="rId119"/>
    <p:sldId id="386" r:id="rId120"/>
    <p:sldId id="387" r:id="rId121"/>
    <p:sldId id="389" r:id="rId122"/>
    <p:sldId id="390" r:id="rId123"/>
    <p:sldId id="391" r:id="rId124"/>
    <p:sldId id="392" r:id="rId125"/>
    <p:sldId id="393" r:id="rId126"/>
    <p:sldId id="394" r:id="rId127"/>
    <p:sldId id="345" r:id="rId128"/>
    <p:sldId id="347" r:id="rId129"/>
    <p:sldId id="350" r:id="rId130"/>
    <p:sldId id="395" r:id="rId131"/>
    <p:sldId id="396" r:id="rId132"/>
    <p:sldId id="406" r:id="rId133"/>
    <p:sldId id="407" r:id="rId134"/>
    <p:sldId id="408" r:id="rId135"/>
    <p:sldId id="398" r:id="rId136"/>
    <p:sldId id="399" r:id="rId137"/>
    <p:sldId id="400" r:id="rId138"/>
    <p:sldId id="403" r:id="rId139"/>
    <p:sldId id="402" r:id="rId140"/>
    <p:sldId id="404" r:id="rId141"/>
    <p:sldId id="405" r:id="rId142"/>
    <p:sldId id="401" r:id="rId143"/>
    <p:sldId id="409" r:id="rId144"/>
    <p:sldId id="410" r:id="rId145"/>
    <p:sldId id="412" r:id="rId146"/>
    <p:sldId id="411" r:id="rId147"/>
    <p:sldId id="413" r:id="rId148"/>
    <p:sldId id="415" r:id="rId149"/>
    <p:sldId id="414" r:id="rId150"/>
    <p:sldId id="416" r:id="rId151"/>
    <p:sldId id="417" r:id="rId152"/>
    <p:sldId id="418" r:id="rId153"/>
    <p:sldId id="419" r:id="rId154"/>
    <p:sldId id="420" r:id="rId155"/>
    <p:sldId id="421" r:id="rId156"/>
    <p:sldId id="422" r:id="rId157"/>
    <p:sldId id="423" r:id="rId158"/>
    <p:sldId id="424" r:id="rId159"/>
    <p:sldId id="425" r:id="rId160"/>
    <p:sldId id="426" r:id="rId161"/>
    <p:sldId id="427" r:id="rId162"/>
    <p:sldId id="440" r:id="rId163"/>
    <p:sldId id="441" r:id="rId164"/>
    <p:sldId id="428" r:id="rId165"/>
    <p:sldId id="429" r:id="rId166"/>
    <p:sldId id="431" r:id="rId167"/>
    <p:sldId id="432" r:id="rId168"/>
    <p:sldId id="433" r:id="rId169"/>
    <p:sldId id="434" r:id="rId170"/>
    <p:sldId id="435" r:id="rId171"/>
    <p:sldId id="436" r:id="rId172"/>
    <p:sldId id="437" r:id="rId173"/>
    <p:sldId id="438" r:id="rId174"/>
    <p:sldId id="439" r:id="rId175"/>
    <p:sldId id="442" r:id="rId176"/>
    <p:sldId id="443" r:id="rId177"/>
    <p:sldId id="444" r:id="rId178"/>
    <p:sldId id="445" r:id="rId179"/>
    <p:sldId id="446" r:id="rId180"/>
    <p:sldId id="447" r:id="rId181"/>
    <p:sldId id="448" r:id="rId182"/>
    <p:sldId id="449" r:id="rId183"/>
    <p:sldId id="450" r:id="rId184"/>
    <p:sldId id="451" r:id="rId185"/>
    <p:sldId id="452" r:id="rId1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89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24016-4535-4C3B-8FDB-F5344B7302AB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77C57-7A6A-4976-AEDD-0ABD4519DF4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476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0845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13EC7-DDDF-E0EE-A324-7785B8B95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909B5-AAAA-8640-68AB-ABD180E5E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00AD4-EFAA-86BE-E91D-B4182693F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A4FB3-A21A-CBA2-9451-FB42174D0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6752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42188-7FAE-6C5B-06DD-9EC39BBB5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0A770-FBB8-CC62-144E-20142B2B8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68A3C-50E9-B561-7165-84B66C3FA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F8490-2636-C4BE-5765-EEAEB6601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4048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29CA8-5F98-6CA5-B249-48F8BCB18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2E453-582D-BD0E-CC80-EF14A7BB0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ADC11-5F5F-1714-34D1-328B584D2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11E87-4486-5D8E-4BC2-112392566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4430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EF798-58E2-1D26-6F65-1D9D5B52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4D718-FB85-C856-4638-F15772690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355B0-E002-050F-1420-6B4ECB385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F7C9B-8656-75D6-6E48-135DCEA62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9541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B289-F81E-F4CC-47B1-5C1EEE456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03A5F-8FE0-E4D5-5FE7-545F33AA7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9615C-61E5-2ED4-67EC-323E27528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99149-5EB2-0C44-67BE-1E4DB762C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5829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CF1E-902D-06A8-7E15-A16F8800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D4F85-6050-D912-2D7A-FD0F0B314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A85AB-73D1-EB26-349A-711C4EC6B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E8DD3-5B8A-5F8F-AE57-12DF87D92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8722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AF1C4-A9B6-1D86-4118-0725EB4F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539079-FEA6-8D36-F329-F630627B6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C7098-E3AE-F75E-81E9-4043D4106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82C91-1F3E-9837-F266-BC33E8F7D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7000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E125C-654D-8D97-6528-63B5476EB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759ED-4C3F-2AD4-F446-3CA4FB0AB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42B431-56E6-E1C0-FFDB-4F54DE551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364C3-CF3D-F685-5E4C-C4871E894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5442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966A3-9A89-457F-F152-1AFF128B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24647-445B-5084-6B58-0742B874F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C5A55-647E-7783-E741-A5308AB50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313EA-C3C3-1FAD-64C0-27D4FC509A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9396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FF11B-A2B9-54CE-03AC-52DA0915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96D48-C84D-90FE-7FFA-76BBF4E26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577D7-6C0F-6E5F-E645-21CB73D38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5292-09EC-5F36-4305-07DD77FE6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3172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89BD1-5524-2199-8FC5-393B8BB9A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75E40-2F85-8E72-8FF2-67BE79DE4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68D4D-1C1C-FCF4-9C69-704DCED0B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8CAB1-C30C-BBA6-C6DE-82F06434E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3666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C25F2-DFC8-F5B6-3A6E-DEC74290A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0ACCF7-5DA7-88E8-6698-A4E328E46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84D8E-4C39-BE2C-57BA-3577F2065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4C8D8-9374-C9F2-C764-AA78AB7AD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4496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188C7-CEC4-10B7-2EE3-938CD721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D2FF5-9D81-3DA4-7A57-08230B58C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25785-6604-8176-ADFA-673475D28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266F5-DD64-F9DD-7BA4-EA4566F04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1729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6D826-419F-AED3-E747-3F4751614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6B289-C46D-1D96-626B-B986AF844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9B891-0E2A-25DE-242C-3C03FBD4A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B4233-E2F3-97D8-7A55-2774555D3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8182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CA28B-FD7D-1E67-968C-B985D688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427EF-DD66-4C5D-324C-49655707A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BDBB3-941D-0E43-6F6B-D3AB78099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2F35B-7A0F-0BE5-9151-24B193F6D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04415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E7AD2-8816-04E4-723C-15ED9AEE4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65F49-A7D5-8129-317E-B640C6360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77AAF-A88D-9054-51BB-C97BF3C03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D22AA-A673-A278-D661-CA62D1474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65007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5F92C-8293-2E3B-DE64-F623A9B7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4CB23-057B-0754-1EF4-2ACCE4599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4BB06-29F6-56BC-D879-807929726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5A626-0BB6-5CE2-D455-6891F4818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3446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C8124-F839-3DA1-EC76-39B13107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1A46C-4930-2DB3-1F72-813B6F094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E10F0-4860-780C-1AD0-7D470C95F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D26DF-7F23-8526-8CCC-FF9F34A54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27784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1F271-814D-EDEF-06ED-32B01FC4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32D7D-B5E1-90AA-6BC4-AF2305B90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E2735-B112-68B5-7CC2-7C711EFDB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25760-14E1-1D64-C208-BCC717D32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20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58330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F5CA8-00BA-4C5B-95B1-BEC66DFBA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7C3C33-241A-53AE-0984-0E8D100D2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ADE4E-311A-CD6E-251A-943279AC8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FE1E-5B35-30EF-D65F-78EC84F49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21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1616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C9093-8B80-E4A4-5862-8E6D413B1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637E8-3EEC-FC54-9E8E-26A246719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AC5D6-451F-7C79-A7FB-C54019C46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2EDD-AE64-298E-0CBB-544D143D8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22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41248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41FA-AAB8-45FE-E932-ADEBBDF2A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033B5-1DB9-543F-1CFE-63BBF820D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2D5BC-3268-5A94-D3FA-549D964B4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D9888-134B-F29F-05D7-767414F28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23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79891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1B831-9830-052E-DE82-B9D9C89F2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1ABB7-B405-77E2-19E0-F69BA9660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E63E3-E099-A005-15E9-6B57201E2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7133F-E3DA-2C42-BB83-58358DAAE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24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68111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A23D4-D6CC-65A3-14B0-2D7F16A35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E5CAA-9B56-EC32-FE61-944103D85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F544D-1DD2-5761-372D-02C2964AA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B927D-E895-77B5-484E-59647B1AE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25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33547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DCAAB-F786-987D-15E1-A7BAA3063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E6FFF-0413-7A03-4698-D9496852E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776ED-D9B9-6011-4C36-8E245F00A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A9196-6800-F28D-02AB-7A363DFF3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26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87473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6A0A-E9EE-2C5F-B1A3-0D441F500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476F9-9866-7E35-78F5-6F0D601F7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F04FF-7622-C83B-013C-1C3624EFB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C6705-5825-D128-9759-208F776A5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27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34661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4FFEE-061E-B563-E3F2-46A8DB304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8FA82-F4C7-CB6C-531D-5C3A07CC1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21204-9B99-A51F-B750-BB9B35537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63A4F-5478-F207-209C-A0AB2C14F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28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86112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993F8-BDA9-FBFD-F2C5-AA7FFB0E0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E6E03-93DE-979A-DC25-6D73CEB3B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D0B91-386A-A79C-5871-3EF9B2373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F9A6E-49B9-B80A-F626-02550450D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29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18218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A23B2-436A-68B3-9CEB-3D69552DD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C680-EA2D-FC36-FD1A-5CD05D20B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245E6-95F2-D616-3809-EA4A7390E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CC568-4836-8817-9F84-A52FC62AD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30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49158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896A1-5F21-8DC6-697C-2B9002580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29E53-FDC7-478B-13C2-A915F0391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F91BE-27FE-CCB5-F5A6-CDDE88D60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B0A6E-09B5-CF14-FB47-A0EBC90FE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31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26418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AB20B-F304-C5D7-1027-3C967D1EF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B8C0E7-0F08-4507-B437-A86BE21A6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71D66-49F2-7555-ECA3-F35189A7C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5832D-0187-6AC6-1DD0-9BB8B4ECE4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32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87645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E3C66-DDB5-0748-F9B7-D59DE960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06639-A6CE-1778-8A05-95BA36C42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6BC4F-A8CA-955F-A38A-CF9614188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DD80F-AD88-3179-0EDE-48E756B67C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33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34114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F166-F685-38E6-6227-9AAE3D80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7ED8A-519C-6F07-84E3-91837CEED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5D9F8-BB2E-A0F2-C3AF-E44DF195C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9B95-6947-80E8-4CE6-E70FFB143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34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63301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5AD3B-B6DC-86D3-0BE5-7B47B58E3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7E485-0C73-8257-DEA9-E1CA0A18E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4D289-54DF-690A-C1EA-E666EB68A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40BCB-7B42-FDB2-282F-F8834AC7C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35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64769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641F5-5B7E-E3A1-2152-D18B92E19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1DED8-9293-E537-44F3-53DCC372B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9AD07-64F4-F7E2-5994-3ACD51B4B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C323F-84F6-3C51-C6CB-B918ABA93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36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78527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DA69B-EE5D-84A2-8D21-1567E10A6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FD61D-734E-5113-1FD2-C10E62041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68536-5C2A-30BF-32A5-27B08FA89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94FC4-BA1C-A31F-4E94-79F187D14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37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35223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0A0E2-EEF9-19E9-E0DB-3608585A2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4D96C-FC09-7994-D5CE-9B4A2AFD5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96504-FA19-7E9A-4A02-71FB4D415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F75D4-C900-B3C8-566C-B15B15E71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38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6249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35694-7ECA-2721-0E94-9A655F7C8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A08F73-762F-9B9F-DA71-B86DDFC2B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6DAEC-9678-B13D-0E69-84F9954A6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7C41B-C05F-D444-FD8B-B37766336C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39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82984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5C3C6-810C-D52F-2F98-42785C4A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EB45B-2E32-1DB7-892F-C64619320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C2C22-2109-1262-694B-625FB09FC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F521C-7CED-38FE-76E4-D8532E879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40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813497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D9726-FCD9-BE2F-7BD3-946A958CC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798DC-65D8-72D5-B4E3-815B0AD47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7731C-10E0-B881-39CA-D2A717933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EB62B-01F6-9D14-8C1B-9A576A13D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52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16403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A7C21-8B8B-12D5-54E3-8ACFC8558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7DE9D-A1A4-E8E1-7BA5-37DC6FC88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DEF25-4FCF-04B5-C063-AAE025C9C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C2E70-6BDD-C910-673C-F75F5BDD0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53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41796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08447-88EE-EEBD-BAFD-AEAAF8274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BB9D97-F2B3-BD93-5A3B-31A0C0F5C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5ABA0-F772-6541-7753-1718D0064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ACFBF-946E-E118-C851-9D273EDD7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54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24527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55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98114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C7B55-3AD3-B186-78DB-7AD4DC42C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04C12-EF52-227B-CA08-847F26F07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02F96-0679-8817-218A-A209F640E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A6151-7C72-DC68-0503-DB0E1EBF7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56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12750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AF3ED-0C45-78AB-B891-81534F18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0746F-D448-9B61-E9C4-74746688C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CB9B0-252E-2A58-2430-15247DBFB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C62B2-9F81-ECF4-B44D-05CADCD7C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57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83883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5EEE5-FD7A-D662-BC7A-D291AE5BD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F1013-D6B4-5369-EA0F-21BE34565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54854-959A-5AF3-E026-A9085BCBF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2E413-02EE-AC20-D30D-9E040F779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58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74608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1E649-8691-69FC-B10A-5BE3B077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F2FCC-6AB7-E4CD-16F1-6B2A7A10F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82E82-3889-8CE7-2658-4654000BD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00F9C-5BE2-A025-C344-AD3D7E2C9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59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47547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A785-53CA-AD05-6021-6F48A569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AF579-F3E7-196E-467E-A50016A90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0F356-6491-55A2-B6F3-3ACC9164C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284DA-7D28-42BE-C733-D22CA1EF6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60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142686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CA89C-17E5-CF73-8E84-DAA9576F8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FC662-E8BE-12F4-EBEC-E439BBACC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75E80-8488-8E1F-8631-DF5795979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8F5AC-BE55-28AF-5C54-39A1A1FCF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61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34682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CF892-1072-ED10-3212-89A66F9FE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1DA46-A31C-80B8-40DF-6A61833D6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12580-B323-ACC3-F84D-24C2139D0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9CE97-1C50-FABB-BDE7-45F87D6FA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62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710499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FA80E-E951-5355-5D39-4668CF20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65C15-11A2-CD5A-28EA-1EAA27915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50FCD-F954-0C43-C880-4AE5438A3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B386C-8B93-2605-41EE-273F6FD05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63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8985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B24F0-1CAD-309A-3CE9-DFE162DC9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E0EC4-C943-6B65-D5D0-B30604C7D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2A0C9-F86A-74F9-5800-4C5B1C738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CED35-91B0-DD94-0581-C79658F42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64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795034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EE4F-85F5-3E18-0FB0-EF889C6FC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CAB3A-9FF9-B122-82A8-22177F4D0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CFC52-D8A5-F79E-4911-B88906805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4F0B1-CA1D-4960-7CDC-1333AD0EA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65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93959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630F-2636-FEC9-E8FD-70C3B9BC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78FB5-ACC1-C5AF-9B7C-DC433F45C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00EC5-8BF2-A67E-C2B2-4F56CD3BB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</a:p>
          <a:p>
            <a:pPr marL="228600" indent="-228600">
              <a:buAutoNum type="arabicPeriod"/>
            </a:pPr>
            <a:r>
              <a:rPr lang="en-US" dirty="0"/>
              <a:t>3. remove the out of </a:t>
            </a:r>
            <a:r>
              <a:rPr lang="en-US"/>
              <a:t>bound hyperlink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B2075-EB7A-F786-AB18-6ACE1FD6D5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66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223269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D8C64-4894-A0EC-35E2-9387CA9B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39659-8105-D030-4FB7-591B915C4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11B70-CAC2-F296-58E3-6A34093D7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3FFA3-A2E4-F820-76A6-3BB14FB1E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67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881818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ABAEC-A7E6-8FCC-749C-50EFB10A3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4E12C-09A8-1A08-16D7-E7C03251F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ED12D-C0FB-EC84-B29A-A1592CDAE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82E17-D7CC-FAA7-F21C-8DEFCA23C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68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422241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7DCC6-1C60-5C5B-C000-6AC17700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88215-D000-3D3F-118A-D6818A046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D550D-67A7-7065-CDF7-FDA4E95C4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13531-DEAA-99B1-BB3A-C2E7369A0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69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265646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95B71-98BD-7C5F-D33B-E666EEF3C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13824-2987-8C96-F5F5-C57DC5A94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C8451-8DA1-B9C9-0E0F-BCF28F4E7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D16EB-6746-AA39-551A-F30251C1F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79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089488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8F9D7-651E-9191-C421-DFA31AE5C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C390A-C2CF-04E7-CC41-93F0B7057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0A34B-A2A6-6AD0-D426-D1A54C469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352C3-AFEF-AFBD-6E74-B8A709388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80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896046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E37F2-6270-B305-FA74-25AE93712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CDAB98-13B5-FD67-453E-7457B46E8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BE770-9D4D-B034-9409-87B39331E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60207-F2AE-46A5-F742-FB05F32D8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81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808823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D2F9-4CCC-4F8B-401F-41B648AE5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3804D-78DD-E263-10D6-3DDFE4CFD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465F1-229B-1CD3-E142-F180BA81B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B5520-300A-F8B4-93B7-3DF7FE757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82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456320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449B1-866C-A620-40E8-3DC0045A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13B69-F4A2-6F06-F043-D64EFBE50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6276A4-0096-8991-31C6-CD17D8A42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214CC-4645-5519-B541-8005CD8E6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83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610815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5B93F-22C0-1A1B-D1CA-5121F2F58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77447-1B5B-E680-A9D2-7AA1C7212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F5F2F-94BF-8F1D-7566-500C337CD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57C60-41C8-6E0B-1B17-F25F05C15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84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75779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48DD-1F55-8F27-C7D4-9EC39DE2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60E2E-E681-C456-D8D5-A5B303F0D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33E5B-E36F-8972-5C77-465446A64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A2A86-8E3E-22B1-E56C-844B574C4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85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426527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77D18-CD84-647E-B961-6BB016087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D3F29-89F4-3E4D-B6C0-2AC15A4D3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06C6E-FB9E-5C2C-8ABC-1B49BE97A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D0E9D-F64D-3BF3-5D1D-40A246BB8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86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24997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 fighting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93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2685916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969FA-A062-1513-C9F0-089A37562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58951-114E-EFA2-0DE1-4607CC5A9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0E2E7-FE26-9741-BC3B-80BCB6D32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7415A-3E64-B9B7-598E-9B2B719B1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106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429964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2F6C8-39A1-741E-B259-63CA0B3C6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0D737-EC12-D06B-E334-E7D8C287A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EEABA-A06D-CF29-3772-9FCC9D7A7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F734D-1037-5B03-4553-46554091A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107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565511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3227B-7336-616D-59F6-A4BF716E7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978CF-CC8F-A2CD-EF84-0F49E198A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8933C-539A-3EC7-3BE9-FF4CA18F1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EA237-33DA-FAED-05F8-9E09445F7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108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8053681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D1BCB-2BD9-FC95-C306-A9F14C95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AFE92-EE11-9B60-FB90-29B60CEEF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99A1E-8D58-805B-99E3-02CEDFA77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C1ADF-B1D3-0742-6A66-AE88685B0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109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901126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10CFA-4E6F-B758-7219-5964475E8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B6425-D089-92B4-9B93-229FB7156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769C4-9247-B234-B35D-DD4A38045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33ECE-F0EB-C832-B2EF-1F3C0A764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290885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BA87-A6A8-8CCD-14CB-D578654B6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B18D61-5BDB-4AA7-A137-32157D109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AE02E5-8ABE-FA0A-A210-B9A2C644B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D5A30-D8C1-31CF-24C8-CC9010B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237610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FE934-EF66-01A0-8D6C-0BAB81BEF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001AF-E0FB-35BB-48E3-2D3AAB1F2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2AF1A-4413-B019-E403-CF3DE50D9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393F6-92F4-62C0-6F31-647B723A5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063133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BFE32-3FD7-A804-9A53-AEED62A3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3BA97-FCC0-3683-8A13-4401B7DBD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85ADF-B89E-0044-8ECE-AC815E61D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E13ED-E539-C362-7A08-988C38DCE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04281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4BEFC-A5B3-E9FE-3C61-892D12DC1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24DD12-783A-2F62-9857-096CA93A7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16B48-39B7-45CE-B0A7-63A179DC3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39809-E1A8-8C3B-7F4F-8FA8990AD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506932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63091-130D-2A05-61F1-E7C9B879C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CACEA-927B-1E2A-1F1C-C4FEEBB1A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BEAE85-211F-81B6-E6BD-29E7A35A2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4C1E2-8748-9287-8352-A5605DAAE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996671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20D41-15A0-B1FD-EE7B-651DBD1AD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57A67-1E3C-937C-B2C1-B4CF1E8DE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69ABC-993F-5122-CBDF-19769B799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</a:p>
          <a:p>
            <a:pPr marL="228600" indent="-228600">
              <a:buAutoNum type="arabicPeriod"/>
            </a:pPr>
            <a:r>
              <a:rPr lang="en-US" dirty="0"/>
              <a:t>3. remove the out of </a:t>
            </a:r>
            <a:r>
              <a:rPr lang="en-US"/>
              <a:t>bound hyperlink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8A9EA-5055-4A1F-426A-022F3FA5D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966557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A1E83-FB1D-2F82-6457-F4BD4518E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6BF0C-79F7-AFB1-DAAD-5A90D8184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B2035-FD16-C1AB-A485-98194D01E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2946C-FD53-02C9-C4D5-B39530B19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396750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F2DD4-6466-4D14-A0DE-736BE149E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22628-565B-2D99-437B-656F5352B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FC09C-84E6-0791-970D-0355D9802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C0EA3-7351-E2E6-4655-AAB3E882C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024105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6C38C-D83F-42B7-ECD8-C96ADC5A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37898-B963-58CD-8AE7-39F23D7AE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254E8-11BA-10E8-737E-FF47ED99F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45C51-8BCF-3FA7-02EE-704E563EA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119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3032672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53832-D4AF-7C9D-AA70-B24A1BD2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92070-1857-43C9-656C-CA3BE70D7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BF68B-DCEA-FF20-7228-0A69DBB20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DB328-ACA4-BF79-9871-C97CB67A1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120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088527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3195B-A942-DE32-E6D5-5A7B9283B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BB210-AFC4-39DE-9C49-39F88CB59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DDA86-55F0-C8C3-64BF-B45F9D6BF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Change title screen later with better design</a:t>
            </a:r>
            <a:br>
              <a:rPr lang="en-US" dirty="0"/>
            </a:br>
            <a:r>
              <a:rPr lang="en-US" dirty="0"/>
              <a:t>2. Change font maybe later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D782A-B4C4-8022-A21A-EC1324D2D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130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352382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4FFB-8782-D3D5-8B9F-5A3A2F7D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D2311-AB4C-5F41-2E42-6F6306274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2B8C4-B0C3-2645-B8D6-D0DB9BA72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 fighting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C0823-BA8B-E719-3AB3-AB10C2621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77C57-7A6A-4976-AEDD-0ABD4519DF4E}" type="slidenum">
              <a:rPr lang="en-ID" smtClean="0"/>
              <a:t>134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5366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F854-514D-789B-D094-737795D98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FCB3D-5299-6EBA-F40E-C3153117E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5355A-7360-5693-993E-8119F1EEB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604-A934-4EA8-8510-E7BAF260E5E8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7DBC3-B53D-017F-2D50-83F9F96B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1BEAC-2F3C-4CDC-7093-A880474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5548-144E-4982-A99F-690F57282D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7803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546FA-26E7-20D4-03A4-BCDE7D6F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2EAD1-C6BB-B5CA-D9CE-519F8F283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6DDC4-8751-FFF9-2B29-D12D52F22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604-A934-4EA8-8510-E7BAF260E5E8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BBA11-9DB1-9626-275B-948D799C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CE22C-6D33-841A-CB5A-553FE29F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5548-144E-4982-A99F-690F57282D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036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6504-5A69-F26D-9409-125D8D7E7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F6118-98D0-D2B4-6E6D-C69FEE01C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7D6AD-561B-70DF-3CED-2A9579B26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604-A934-4EA8-8510-E7BAF260E5E8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FF7D2-D7CD-ABDE-B2A7-E57C1E74C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76838-3658-01C3-9B65-32498677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5548-144E-4982-A99F-690F57282D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506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3485-50E2-42FC-A275-344283F4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8774F-8F87-5125-7FF5-C87F11C288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CC60B-E819-B58E-1104-910FDD4DE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A4124-ADA1-D4BB-0A30-36AD95EF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604-A934-4EA8-8510-E7BAF260E5E8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9C4B9-CD40-CA64-E991-93774699D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B091A-4F18-C951-F7D5-ED612A10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5548-144E-4982-A99F-690F57282D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023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D7C9-7E23-4DEE-6632-B84D70113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815E7-556F-3315-8190-A80ADC176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CCF6C-2F22-BA4C-9338-AD69DCB3B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CBF9FC-E8E4-3AAB-AF9D-0437D8D93A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53CBF1-F079-62DE-FE20-DFFE4C322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192BE7-57C7-0666-9A82-D766DB0EA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604-A934-4EA8-8510-E7BAF260E5E8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000250-3193-99D9-4270-3F452E1DA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D3F2AF-B0F0-DA86-4BC6-A14A5681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5548-144E-4982-A99F-690F57282D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8573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6982-088C-3B69-900D-4975F50E9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4B6C5C-5B5F-E1B3-4EC6-D0A0E937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604-A934-4EA8-8510-E7BAF260E5E8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436C4-FF0D-2C38-0AA0-E08E0998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3AD91A-A5D6-B016-8AD1-2A16B680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5548-144E-4982-A99F-690F57282D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6778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ED2BE-CAEE-FC3B-F554-CD0AB461F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604-A934-4EA8-8510-E7BAF260E5E8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7318EB-5612-5C13-CCF2-12741FA1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F66E5-5406-4810-EBA2-CB2BE9222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5548-144E-4982-A99F-690F57282D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484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D8A7-BAD5-5A33-A6DB-26265D2CE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4D188-4230-FD75-A2BE-B0AA1A8BC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2D9FB-7E88-829A-BBC9-7B970FFAD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E9932-7CD7-5BDD-686B-97CF570BF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604-A934-4EA8-8510-E7BAF260E5E8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56F3B-FF2A-422A-30B1-38651FBC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09461-6D9B-1899-3BD6-ADD221EBD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5548-144E-4982-A99F-690F57282D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3715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947F-900F-3DA8-9460-1D9CB9503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6705D4-F7C5-F40B-76DD-9D4175C98A2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8507A-2572-C5F9-EB19-002314ACB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348D5-8121-E281-7BFB-9E51980E1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604-A934-4EA8-8510-E7BAF260E5E8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7C4AA-8C21-1CD1-7E17-52DBDF6F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CFC59-CD8C-4A96-A4D3-75D9C8D67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5548-144E-4982-A99F-690F57282D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2552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798C-36B5-92EC-5446-DF9660ED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2475E9-0262-4B28-1D60-3B708B886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D8F09-F63D-4BB4-EC67-9E8C4CE39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604-A934-4EA8-8510-E7BAF260E5E8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13C20-3380-6FCB-55F4-2D6160B76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243ED-197B-F81F-36A1-D63B693C2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5548-144E-4982-A99F-690F57282D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091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3E05F2-1955-A080-B13A-3E4C191360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BEB9E-FBB3-A35E-8476-378E0D30F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B249C-34AE-A7D5-6FF9-468F5565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B604-A934-4EA8-8510-E7BAF260E5E8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CE792-3487-EDA1-098F-44D62BF4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3E929-7951-ADD9-747F-252257AF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15548-144E-4982-A99F-690F57282D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4379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9CB7A-675E-7A0C-69C3-B29F2368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48ECF-6A27-F21C-654C-2854371DF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26F13-5C6C-6642-02EE-60393EB8A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1B604-A934-4EA8-8510-E7BAF260E5E8}" type="datetimeFigureOut">
              <a:rPr lang="en-ID" smtClean="0"/>
              <a:t>15/10/2026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A8253-365A-F038-7231-42D2B1E4C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EFAB7-C7A3-0FD7-A4E4-12472876B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15548-144E-4982-A99F-690F57282D8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669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slide" Target="slide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slide" Target="slide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slide" Target="slide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slide" Target="slide15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slide" Target="slide1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slide" Target="slide20.xml"/><Relationship Id="rId1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slide" Target="slide17.xml"/><Relationship Id="rId5" Type="http://schemas.openxmlformats.org/officeDocument/2006/relationships/slide" Target="slide20.xml"/><Relationship Id="rId1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slide" Target="slide2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slide" Target="slide22.xml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slide" Target="slide20.xml"/><Relationship Id="rId15" Type="http://schemas.openxmlformats.org/officeDocument/2006/relationships/slide" Target="slide18.xml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slide" Target="slide22.xml"/><Relationship Id="rId18" Type="http://schemas.openxmlformats.org/officeDocument/2006/relationships/slide" Target="slide18.xml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5.png"/><Relationship Id="rId17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6" Type="http://schemas.openxmlformats.org/officeDocument/2006/relationships/slide" Target="slide16.xml"/><Relationship Id="rId20" Type="http://schemas.openxmlformats.org/officeDocument/2006/relationships/slide" Target="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slide" Target="slide20.xml"/><Relationship Id="rId15" Type="http://schemas.openxmlformats.org/officeDocument/2006/relationships/image" Target="../media/image5.png"/><Relationship Id="rId10" Type="http://schemas.openxmlformats.org/officeDocument/2006/relationships/image" Target="../media/image13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13" Type="http://schemas.openxmlformats.org/officeDocument/2006/relationships/slide" Target="slide22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slide" Target="slide16.xml"/><Relationship Id="rId5" Type="http://schemas.openxmlformats.org/officeDocument/2006/relationships/slide" Target="slide20.xml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slide" Target="slide21.xm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slide" Target="slide22.xml"/><Relationship Id="rId5" Type="http://schemas.openxmlformats.org/officeDocument/2006/relationships/image" Target="../media/image11.png"/><Relationship Id="rId1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slide" Target="slide1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slide" Target="slide16.xm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slide" Target="slide22.xml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slide" Target="slide16.xml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7.png"/><Relationship Id="rId5" Type="http://schemas.openxmlformats.org/officeDocument/2006/relationships/image" Target="../media/image11.png"/><Relationship Id="rId10" Type="http://schemas.openxmlformats.org/officeDocument/2006/relationships/slide" Target="slide22.xml"/><Relationship Id="rId4" Type="http://schemas.openxmlformats.org/officeDocument/2006/relationships/image" Target="../media/image2.png"/><Relationship Id="rId9" Type="http://schemas.openxmlformats.org/officeDocument/2006/relationships/image" Target="../media/image15.png"/><Relationship Id="rId1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slide" Target="slide2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3.png"/><Relationship Id="rId3" Type="http://schemas.openxmlformats.org/officeDocument/2006/relationships/image" Target="../media/image19.png"/><Relationship Id="rId7" Type="http://schemas.openxmlformats.org/officeDocument/2006/relationships/image" Target="../media/image12.png"/><Relationship Id="rId12" Type="http://schemas.openxmlformats.org/officeDocument/2006/relationships/slide" Target="slide2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16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slide" Target="slide2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slide" Target="slide28.xml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slide" Target="slide29.xml"/><Relationship Id="rId5" Type="http://schemas.openxmlformats.org/officeDocument/2006/relationships/slide" Target="slide26.xml"/><Relationship Id="rId10" Type="http://schemas.openxmlformats.org/officeDocument/2006/relationships/image" Target="../media/image12.png"/><Relationship Id="rId4" Type="http://schemas.openxmlformats.org/officeDocument/2006/relationships/image" Target="../media/image20.png"/><Relationship Id="rId9" Type="http://schemas.openxmlformats.org/officeDocument/2006/relationships/slide" Target="slide2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slide" Target="slide2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slide" Target="slide25.xml"/><Relationship Id="rId10" Type="http://schemas.openxmlformats.org/officeDocument/2006/relationships/image" Target="../media/image12.png"/><Relationship Id="rId4" Type="http://schemas.openxmlformats.org/officeDocument/2006/relationships/image" Target="../media/image20.png"/><Relationship Id="rId9" Type="http://schemas.openxmlformats.org/officeDocument/2006/relationships/slide" Target="slide2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slide" Target="slide2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slide" Target="slide26.xml"/><Relationship Id="rId10" Type="http://schemas.openxmlformats.org/officeDocument/2006/relationships/image" Target="../media/image12.png"/><Relationship Id="rId4" Type="http://schemas.openxmlformats.org/officeDocument/2006/relationships/image" Target="../media/image20.png"/><Relationship Id="rId9" Type="http://schemas.openxmlformats.org/officeDocument/2006/relationships/slide" Target="slide2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slide" Target="slide25.xml"/><Relationship Id="rId9" Type="http://schemas.openxmlformats.org/officeDocument/2006/relationships/slide" Target="slide2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6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slide" Target="slide25.xml"/><Relationship Id="rId9" Type="http://schemas.openxmlformats.org/officeDocument/2006/relationships/slide" Target="slide2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6.png"/><Relationship Id="rId4" Type="http://schemas.openxmlformats.org/officeDocument/2006/relationships/slide" Target="slide25.xml"/><Relationship Id="rId9" Type="http://schemas.openxmlformats.org/officeDocument/2006/relationships/slide" Target="slide2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6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slide" Target="slide25.xml"/><Relationship Id="rId9" Type="http://schemas.openxmlformats.org/officeDocument/2006/relationships/slide" Target="slide2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6.png"/><Relationship Id="rId4" Type="http://schemas.openxmlformats.org/officeDocument/2006/relationships/slide" Target="slide25.xml"/><Relationship Id="rId9" Type="http://schemas.openxmlformats.org/officeDocument/2006/relationships/slide" Target="slide29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6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slide" Target="slide25.xml"/><Relationship Id="rId9" Type="http://schemas.openxmlformats.org/officeDocument/2006/relationships/slide" Target="slide29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7.png"/><Relationship Id="rId4" Type="http://schemas.openxmlformats.org/officeDocument/2006/relationships/slide" Target="slide25.xml"/><Relationship Id="rId9" Type="http://schemas.openxmlformats.org/officeDocument/2006/relationships/slide" Target="slide29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6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slide" Target="slide25.xml"/><Relationship Id="rId9" Type="http://schemas.openxmlformats.org/officeDocument/2006/relationships/slide" Target="slide2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7.png"/><Relationship Id="rId4" Type="http://schemas.openxmlformats.org/officeDocument/2006/relationships/slide" Target="slide25.xml"/><Relationship Id="rId9" Type="http://schemas.openxmlformats.org/officeDocument/2006/relationships/slide" Target="slide29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slide" Target="slide25.xml"/><Relationship Id="rId9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slide" Target="slide41.xml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51.xml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.png"/><Relationship Id="rId4" Type="http://schemas.openxmlformats.org/officeDocument/2006/relationships/slide" Target="slide5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image" Target="../media/image9.png"/><Relationship Id="rId4" Type="http://schemas.openxmlformats.org/officeDocument/2006/relationships/slide" Target="slide5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slide" Target="slide15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slide" Target="slide15.xml"/><Relationship Id="rId4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slide" Target="slide60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slide" Target="slide63.xml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slide" Target="slide66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slide" Target="slide20.xml"/><Relationship Id="rId1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slide" Target="slide67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slide" Target="slide79.xml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6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slide" Target="slide68.xml"/><Relationship Id="rId5" Type="http://schemas.openxmlformats.org/officeDocument/2006/relationships/slide" Target="slide80.xml"/><Relationship Id="rId15" Type="http://schemas.openxmlformats.org/officeDocument/2006/relationships/slide" Target="slide83.xml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slide" Target="slide81.xml"/><Relationship Id="rId14" Type="http://schemas.openxmlformats.org/officeDocument/2006/relationships/image" Target="../media/image33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3.png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4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57.xml"/><Relationship Id="rId16" Type="http://schemas.openxmlformats.org/officeDocument/2006/relationships/slide" Target="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slide" Target="slide17.xml"/><Relationship Id="rId5" Type="http://schemas.openxmlformats.org/officeDocument/2006/relationships/slide" Target="slide20.xml"/><Relationship Id="rId1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slide" Target="slide2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3.png"/><Relationship Id="rId1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4.png"/><Relationship Id="rId17" Type="http://schemas.openxmlformats.org/officeDocument/2006/relationships/slide" Target="slide70.xml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slide" Target="slide17.xml"/><Relationship Id="rId5" Type="http://schemas.openxmlformats.org/officeDocument/2006/relationships/slide" Target="slide20.xml"/><Relationship Id="rId15" Type="http://schemas.openxmlformats.org/officeDocument/2006/relationships/image" Target="../media/image7.png"/><Relationship Id="rId10" Type="http://schemas.openxmlformats.org/officeDocument/2006/relationships/image" Target="../media/image13.png"/><Relationship Id="rId19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slide" Target="slide2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72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6.xml"/><Relationship Id="rId4" Type="http://schemas.openxmlformats.org/officeDocument/2006/relationships/slide" Target="slide7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7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74.xml"/><Relationship Id="rId4" Type="http://schemas.openxmlformats.org/officeDocument/2006/relationships/slide" Target="slide7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7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7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84.xml"/><Relationship Id="rId4" Type="http://schemas.openxmlformats.org/officeDocument/2006/relationships/image" Target="../media/image7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3.png"/><Relationship Id="rId1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4.png"/><Relationship Id="rId17" Type="http://schemas.openxmlformats.org/officeDocument/2006/relationships/slide" Target="slide67.xml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slide" Target="slide17.xml"/><Relationship Id="rId5" Type="http://schemas.openxmlformats.org/officeDocument/2006/relationships/slide" Target="slide80.xml"/><Relationship Id="rId1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slide" Target="slide2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3.png"/><Relationship Id="rId1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4.png"/><Relationship Id="rId17" Type="http://schemas.openxmlformats.org/officeDocument/2006/relationships/slide" Target="slide67.xml"/><Relationship Id="rId2" Type="http://schemas.openxmlformats.org/officeDocument/2006/relationships/notesSlide" Target="../notesSlides/notesSlide60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slide" Target="slide17.xml"/><Relationship Id="rId5" Type="http://schemas.openxmlformats.org/officeDocument/2006/relationships/slide" Target="slide20.xml"/><Relationship Id="rId1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slide" Target="slide2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slide" Target="slide79.xml"/><Relationship Id="rId18" Type="http://schemas.openxmlformats.org/officeDocument/2006/relationships/image" Target="../media/image42.png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4.png"/><Relationship Id="rId17" Type="http://schemas.openxmlformats.org/officeDocument/2006/relationships/slide" Target="slide82.xml"/><Relationship Id="rId2" Type="http://schemas.openxmlformats.org/officeDocument/2006/relationships/notesSlide" Target="../notesSlides/notesSlide61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slide" Target="slide17.xml"/><Relationship Id="rId5" Type="http://schemas.openxmlformats.org/officeDocument/2006/relationships/slide" Target="slide80.xml"/><Relationship Id="rId15" Type="http://schemas.openxmlformats.org/officeDocument/2006/relationships/slide" Target="slide83.xml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image" Target="../media/image33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3.png"/><Relationship Id="rId18" Type="http://schemas.openxmlformats.org/officeDocument/2006/relationships/slide" Target="slide67.xml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4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6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slide" Target="slide17.xml"/><Relationship Id="rId5" Type="http://schemas.openxmlformats.org/officeDocument/2006/relationships/slide" Target="slide20.xml"/><Relationship Id="rId15" Type="http://schemas.openxmlformats.org/officeDocument/2006/relationships/image" Target="../media/image7.png"/><Relationship Id="rId10" Type="http://schemas.openxmlformats.org/officeDocument/2006/relationships/image" Target="../media/image13.png"/><Relationship Id="rId19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slide" Target="slide2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3.png"/><Relationship Id="rId1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4.png"/><Relationship Id="rId17" Type="http://schemas.openxmlformats.org/officeDocument/2006/relationships/slide" Target="slide67.xml"/><Relationship Id="rId2" Type="http://schemas.openxmlformats.org/officeDocument/2006/relationships/notesSlide" Target="../notesSlides/notesSlide63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slide" Target="slide68.xml"/><Relationship Id="rId5" Type="http://schemas.openxmlformats.org/officeDocument/2006/relationships/slide" Target="slide80.xml"/><Relationship Id="rId1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slide" Target="slide2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.png"/><Relationship Id="rId7" Type="http://schemas.openxmlformats.org/officeDocument/2006/relationships/slide" Target="slide85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slide" Target="slide15.xml"/><Relationship Id="rId10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slide" Target="slide87.xml"/><Relationship Id="rId4" Type="http://schemas.openxmlformats.org/officeDocument/2006/relationships/image" Target="../media/image9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4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4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93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27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45.png"/><Relationship Id="rId4" Type="http://schemas.openxmlformats.org/officeDocument/2006/relationships/image" Target="../media/image2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50.png"/><Relationship Id="rId4" Type="http://schemas.openxmlformats.org/officeDocument/2006/relationships/image" Target="../media/image2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45.png"/><Relationship Id="rId4" Type="http://schemas.openxmlformats.org/officeDocument/2006/relationships/image" Target="../media/image27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50.png"/><Relationship Id="rId4" Type="http://schemas.openxmlformats.org/officeDocument/2006/relationships/image" Target="../media/image24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3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image" Target="../media/image5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45.png"/><Relationship Id="rId4" Type="http://schemas.openxmlformats.org/officeDocument/2006/relationships/image" Target="../media/image27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49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slide" Target="slide103.xml"/><Relationship Id="rId3" Type="http://schemas.openxmlformats.org/officeDocument/2006/relationships/image" Target="../media/image45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49.png"/><Relationship Id="rId9" Type="http://schemas.openxmlformats.org/officeDocument/2006/relationships/image" Target="../media/image9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5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49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slide" Target="slide107.xml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slide" Target="slide105.xml"/><Relationship Id="rId4" Type="http://schemas.openxmlformats.org/officeDocument/2006/relationships/image" Target="../media/image9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4.png"/><Relationship Id="rId4" Type="http://schemas.openxmlformats.org/officeDocument/2006/relationships/slide" Target="slide108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9.png"/><Relationship Id="rId4" Type="http://schemas.openxmlformats.org/officeDocument/2006/relationships/image" Target="../media/image54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3.png"/><Relationship Id="rId7" Type="http://schemas.openxmlformats.org/officeDocument/2006/relationships/slide" Target="slide110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slide" Target="slide111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3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3.xml"/><Relationship Id="rId5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image" Target="../media/image58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3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78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slide" Target="slide20.xml"/><Relationship Id="rId1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image" Target="../media/image57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slide" Target="slide81.xml"/><Relationship Id="rId13" Type="http://schemas.openxmlformats.org/officeDocument/2006/relationships/image" Target="../media/image33.png"/><Relationship Id="rId18" Type="http://schemas.openxmlformats.org/officeDocument/2006/relationships/slide" Target="slide20.xml"/><Relationship Id="rId3" Type="http://schemas.openxmlformats.org/officeDocument/2006/relationships/image" Target="../media/image10.png"/><Relationship Id="rId21" Type="http://schemas.openxmlformats.org/officeDocument/2006/relationships/image" Target="../media/image32.png"/><Relationship Id="rId7" Type="http://schemas.openxmlformats.org/officeDocument/2006/relationships/image" Target="../media/image12.png"/><Relationship Id="rId12" Type="http://schemas.openxmlformats.org/officeDocument/2006/relationships/slide" Target="slide79.xml"/><Relationship Id="rId17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6" Type="http://schemas.openxmlformats.org/officeDocument/2006/relationships/image" Target="../media/image18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9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7.png"/><Relationship Id="rId10" Type="http://schemas.openxmlformats.org/officeDocument/2006/relationships/slide" Target="slide68.xml"/><Relationship Id="rId19" Type="http://schemas.openxmlformats.org/officeDocument/2006/relationships/slide" Target="slide21.xml"/><Relationship Id="rId4" Type="http://schemas.openxmlformats.org/officeDocument/2006/relationships/slide" Target="slide80.xml"/><Relationship Id="rId9" Type="http://schemas.openxmlformats.org/officeDocument/2006/relationships/image" Target="../media/image13.png"/><Relationship Id="rId14" Type="http://schemas.openxmlformats.org/officeDocument/2006/relationships/slide" Target="slide83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slide" Target="slide81.xml"/><Relationship Id="rId13" Type="http://schemas.openxmlformats.org/officeDocument/2006/relationships/image" Target="../media/image33.png"/><Relationship Id="rId18" Type="http://schemas.openxmlformats.org/officeDocument/2006/relationships/slide" Target="slide20.xml"/><Relationship Id="rId3" Type="http://schemas.openxmlformats.org/officeDocument/2006/relationships/image" Target="../media/image10.png"/><Relationship Id="rId21" Type="http://schemas.openxmlformats.org/officeDocument/2006/relationships/image" Target="../media/image32.png"/><Relationship Id="rId7" Type="http://schemas.openxmlformats.org/officeDocument/2006/relationships/image" Target="../media/image12.png"/><Relationship Id="rId12" Type="http://schemas.openxmlformats.org/officeDocument/2006/relationships/slide" Target="slide79.xml"/><Relationship Id="rId17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6" Type="http://schemas.openxmlformats.org/officeDocument/2006/relationships/image" Target="../media/image18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9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7.png"/><Relationship Id="rId10" Type="http://schemas.openxmlformats.org/officeDocument/2006/relationships/slide" Target="slide68.xml"/><Relationship Id="rId19" Type="http://schemas.openxmlformats.org/officeDocument/2006/relationships/slide" Target="slide21.xml"/><Relationship Id="rId4" Type="http://schemas.openxmlformats.org/officeDocument/2006/relationships/slide" Target="slide80.xml"/><Relationship Id="rId9" Type="http://schemas.openxmlformats.org/officeDocument/2006/relationships/image" Target="../media/image13.png"/><Relationship Id="rId14" Type="http://schemas.openxmlformats.org/officeDocument/2006/relationships/slide" Target="slide83.xml"/><Relationship Id="rId22" Type="http://schemas.openxmlformats.org/officeDocument/2006/relationships/image" Target="../media/image56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13" Type="http://schemas.openxmlformats.org/officeDocument/2006/relationships/slide" Target="slide22.xml"/><Relationship Id="rId18" Type="http://schemas.openxmlformats.org/officeDocument/2006/relationships/image" Target="../media/image32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33.png"/><Relationship Id="rId17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9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slide" Target="slide69.xml"/><Relationship Id="rId10" Type="http://schemas.openxmlformats.org/officeDocument/2006/relationships/slide" Target="slide17.xml"/><Relationship Id="rId4" Type="http://schemas.openxmlformats.org/officeDocument/2006/relationships/slide" Target="slide20.xml"/><Relationship Id="rId9" Type="http://schemas.openxmlformats.org/officeDocument/2006/relationships/image" Target="../media/image13.png"/><Relationship Id="rId14" Type="http://schemas.openxmlformats.org/officeDocument/2006/relationships/image" Target="../media/image7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3.png"/><Relationship Id="rId18" Type="http://schemas.openxmlformats.org/officeDocument/2006/relationships/image" Target="../media/image34.png"/><Relationship Id="rId3" Type="http://schemas.openxmlformats.org/officeDocument/2006/relationships/image" Target="../media/image10.png"/><Relationship Id="rId7" Type="http://schemas.openxmlformats.org/officeDocument/2006/relationships/slide" Target="slide19.xml"/><Relationship Id="rId12" Type="http://schemas.openxmlformats.org/officeDocument/2006/relationships/image" Target="../media/image14.png"/><Relationship Id="rId17" Type="http://schemas.openxmlformats.org/officeDocument/2006/relationships/image" Target="../media/image3.png"/><Relationship Id="rId2" Type="http://schemas.openxmlformats.org/officeDocument/2006/relationships/notesSlide" Target="../notesSlides/notesSlide82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slide" Target="slide17.xml"/><Relationship Id="rId5" Type="http://schemas.openxmlformats.org/officeDocument/2006/relationships/slide" Target="slide20.xml"/><Relationship Id="rId15" Type="http://schemas.openxmlformats.org/officeDocument/2006/relationships/image" Target="../media/image7.png"/><Relationship Id="rId10" Type="http://schemas.openxmlformats.org/officeDocument/2006/relationships/image" Target="../media/image13.png"/><Relationship Id="rId19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slide" Target="slide21.xml"/><Relationship Id="rId14" Type="http://schemas.openxmlformats.org/officeDocument/2006/relationships/slide" Target="slide2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" Target="slide123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24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2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25.xml"/><Relationship Id="rId5" Type="http://schemas.openxmlformats.org/officeDocument/2006/relationships/slide" Target="slide122.xml"/><Relationship Id="rId4" Type="http://schemas.openxmlformats.org/officeDocument/2006/relationships/slide" Target="slide7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26.xml"/><Relationship Id="rId4" Type="http://schemas.openxmlformats.org/officeDocument/2006/relationships/slide" Target="slide7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" Target="slide127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28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slide" Target="slide7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30.xml"/><Relationship Id="rId4" Type="http://schemas.openxmlformats.org/officeDocument/2006/relationships/slide" Target="slide71.xml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3.xml"/><Relationship Id="rId5" Type="http://schemas.openxmlformats.org/officeDocument/2006/relationships/image" Target="../media/image22.png"/><Relationship Id="rId4" Type="http://schemas.openxmlformats.org/officeDocument/2006/relationships/image" Target="../media/image9.png"/><Relationship Id="rId9" Type="http://schemas.openxmlformats.org/officeDocument/2006/relationships/slide" Target="slide131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57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32.png"/><Relationship Id="rId4" Type="http://schemas.openxmlformats.org/officeDocument/2006/relationships/image" Target="../media/image57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45.png"/><Relationship Id="rId4" Type="http://schemas.openxmlformats.org/officeDocument/2006/relationships/image" Target="../media/image49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49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49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24.png"/><Relationship Id="rId4" Type="http://schemas.openxmlformats.org/officeDocument/2006/relationships/image" Target="../media/image49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49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4.png"/><Relationship Id="rId4" Type="http://schemas.openxmlformats.org/officeDocument/2006/relationships/image" Target="../media/image3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4.png"/><Relationship Id="rId4" Type="http://schemas.openxmlformats.org/officeDocument/2006/relationships/image" Target="../media/image3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49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image" Target="../media/image49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49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67.xml"/><Relationship Id="rId5" Type="http://schemas.openxmlformats.org/officeDocument/2006/relationships/image" Target="../media/image3.png"/><Relationship Id="rId4" Type="http://schemas.openxmlformats.org/officeDocument/2006/relationships/slide" Target="slide145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" Target="slide160.xml"/><Relationship Id="rId7" Type="http://schemas.openxmlformats.org/officeDocument/2006/relationships/slide" Target="slide14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51.xml"/><Relationship Id="rId5" Type="http://schemas.openxmlformats.org/officeDocument/2006/relationships/slide" Target="slide167.xml"/><Relationship Id="rId4" Type="http://schemas.openxmlformats.org/officeDocument/2006/relationships/image" Target="../media/image3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7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7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45.xml"/><Relationship Id="rId4" Type="http://schemas.openxmlformats.org/officeDocument/2006/relationships/image" Target="../media/image16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45.xml"/><Relationship Id="rId4" Type="http://schemas.openxmlformats.org/officeDocument/2006/relationships/image" Target="../media/image16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57.png"/><Relationship Id="rId4" Type="http://schemas.openxmlformats.org/officeDocument/2006/relationships/image" Target="../media/image2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57.png"/><Relationship Id="rId4" Type="http://schemas.openxmlformats.org/officeDocument/2006/relationships/image" Target="../media/image2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45.xml"/><Relationship Id="rId4" Type="http://schemas.openxmlformats.org/officeDocument/2006/relationships/image" Target="../media/image16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9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" Target="slide17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69.xml"/><Relationship Id="rId5" Type="http://schemas.openxmlformats.org/officeDocument/2006/relationships/slide" Target="slide170.xml"/><Relationship Id="rId4" Type="http://schemas.openxmlformats.org/officeDocument/2006/relationships/image" Target="../media/image3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72.xml"/><Relationship Id="rId4" Type="http://schemas.openxmlformats.org/officeDocument/2006/relationships/image" Target="../media/image16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75.xml"/><Relationship Id="rId4" Type="http://schemas.openxmlformats.org/officeDocument/2006/relationships/image" Target="../media/image16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72.xml"/><Relationship Id="rId4" Type="http://schemas.openxmlformats.org/officeDocument/2006/relationships/image" Target="../media/image16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2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5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6A6CA4-D2BB-6443-DAAF-D2F3142202A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3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2553D9F-3CFA-0959-B6E2-D3DCBCE5E8C8}"/>
              </a:ext>
            </a:extLst>
          </p:cNvPr>
          <p:cNvGrpSpPr/>
          <p:nvPr/>
        </p:nvGrpSpPr>
        <p:grpSpPr>
          <a:xfrm>
            <a:off x="9075286" y="4369223"/>
            <a:ext cx="1471612" cy="962568"/>
            <a:chOff x="6583364" y="4577702"/>
            <a:chExt cx="1471612" cy="962568"/>
          </a:xfrm>
        </p:grpSpPr>
        <p:pic>
          <p:nvPicPr>
            <p:cNvPr id="7" name="Picture 6">
              <a:hlinkClick r:id="rId5" action="ppaction://hlinksldjump"/>
              <a:extLst>
                <a:ext uri="{FF2B5EF4-FFF2-40B4-BE49-F238E27FC236}">
                  <a16:creationId xmlns:a16="http://schemas.microsoft.com/office/drawing/2014/main" id="{539627B9-BB48-000D-F38D-84B597D19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FECE0C-7A04-BB3D-9310-12E70930BD8A}"/>
                </a:ext>
              </a:extLst>
            </p:cNvPr>
            <p:cNvSpPr txBox="1"/>
            <p:nvPr/>
          </p:nvSpPr>
          <p:spPr>
            <a:xfrm>
              <a:off x="6747221" y="4850507"/>
              <a:ext cx="1152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START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AD388F8-E80E-AD46-3D54-72D21DF19153}"/>
              </a:ext>
            </a:extLst>
          </p:cNvPr>
          <p:cNvSpPr txBox="1"/>
          <p:nvPr/>
        </p:nvSpPr>
        <p:spPr>
          <a:xfrm>
            <a:off x="9388821" y="4850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D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210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F4BC5-2869-B81B-D6AA-8621A71F7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474F1EF-3DD9-7C10-11E4-FBB5D75844D9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C700AD2-E064-24B9-E263-A2704D210B34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3ACA87-8850-3411-7329-4A8B4D8B8AF4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1CB7276-8BB9-365F-34CD-4EB9762D2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D15A78-B2DD-EE50-9BE7-0EDCB838FF44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Welcome to the Atrium.</a:t>
              </a: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A murder has occurred.</a:t>
              </a: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Your job: Investigate.</a:t>
              </a: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Good luck.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8FEFBF-9FD3-7667-627F-D3522CAE2189}"/>
              </a:ext>
            </a:extLst>
          </p:cNvPr>
          <p:cNvGrpSpPr/>
          <p:nvPr/>
        </p:nvGrpSpPr>
        <p:grpSpPr>
          <a:xfrm>
            <a:off x="6032274" y="3700462"/>
            <a:ext cx="1471612" cy="962568"/>
            <a:chOff x="6583364" y="4577702"/>
            <a:chExt cx="1471612" cy="962568"/>
          </a:xfrm>
        </p:grpSpPr>
        <p:pic>
          <p:nvPicPr>
            <p:cNvPr id="18" name="Picture 17">
              <a:hlinkClick r:id="rId5" action="ppaction://hlinksldjump"/>
              <a:extLst>
                <a:ext uri="{FF2B5EF4-FFF2-40B4-BE49-F238E27FC236}">
                  <a16:creationId xmlns:a16="http://schemas.microsoft.com/office/drawing/2014/main" id="{09E4461B-659E-3A48-374F-73AB94F42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00ECA00-CAE9-BD93-FC37-FCDA4E20BE6C}"/>
                </a:ext>
              </a:extLst>
            </p:cNvPr>
            <p:cNvSpPr txBox="1"/>
            <p:nvPr/>
          </p:nvSpPr>
          <p:spPr>
            <a:xfrm>
              <a:off x="6841314" y="4842887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OKAY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9E09B2F6-6EFC-1648-713B-2C1D77F3199B}"/>
              </a:ext>
            </a:extLst>
          </p:cNvPr>
          <p:cNvSpPr/>
          <p:nvPr/>
        </p:nvSpPr>
        <p:spPr>
          <a:xfrm>
            <a:off x="6934200" y="51907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00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AFE9C-5E2B-8D59-A109-B9136942D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524EAC-7400-20AA-9173-CB24D57C8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F54ED4-0385-A3E9-D08C-B30992493697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E273612-6739-4AE0-7192-F5FB73CBE333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DE33392-5095-5FAC-E3B6-72967A6AC6D4}"/>
              </a:ext>
            </a:extLst>
          </p:cNvPr>
          <p:cNvGrpSpPr/>
          <p:nvPr/>
        </p:nvGrpSpPr>
        <p:grpSpPr>
          <a:xfrm>
            <a:off x="2667000" y="-9525"/>
            <a:ext cx="6858000" cy="6858000"/>
            <a:chOff x="2667000" y="204560"/>
            <a:chExt cx="6858000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1F78D28-9D32-818D-746E-ABE43FAA1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7000" y="204560"/>
              <a:ext cx="6858000" cy="6858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1D1B000-4004-C78D-02B6-BD1C2D81EE5B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Start with the crime scene.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ACF9E83-0EDC-A3B0-8778-8EDEA18C2EF7}"/>
              </a:ext>
            </a:extLst>
          </p:cNvPr>
          <p:cNvGrpSpPr/>
          <p:nvPr/>
        </p:nvGrpSpPr>
        <p:grpSpPr>
          <a:xfrm>
            <a:off x="6032274" y="3700462"/>
            <a:ext cx="1471612" cy="962568"/>
            <a:chOff x="6583364" y="4577702"/>
            <a:chExt cx="1471612" cy="962568"/>
          </a:xfrm>
        </p:grpSpPr>
        <p:pic>
          <p:nvPicPr>
            <p:cNvPr id="18" name="Picture 17">
              <a:hlinkClick r:id="rId5" action="ppaction://hlinksldjump"/>
              <a:extLst>
                <a:ext uri="{FF2B5EF4-FFF2-40B4-BE49-F238E27FC236}">
                  <a16:creationId xmlns:a16="http://schemas.microsoft.com/office/drawing/2014/main" id="{C36896B5-EC10-9580-A021-5C225E46A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F45C01-7347-88E3-4A68-8497FB36E1C5}"/>
                </a:ext>
              </a:extLst>
            </p:cNvPr>
            <p:cNvSpPr txBox="1"/>
            <p:nvPr/>
          </p:nvSpPr>
          <p:spPr>
            <a:xfrm>
              <a:off x="6841314" y="4842887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OKAY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D483C20-290D-1319-1081-A0350A48BD20}"/>
              </a:ext>
            </a:extLst>
          </p:cNvPr>
          <p:cNvSpPr/>
          <p:nvPr/>
        </p:nvSpPr>
        <p:spPr>
          <a:xfrm>
            <a:off x="6934200" y="51907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8337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54437E-96E9-8A50-E053-9DD04D45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D45737A-1DCD-36AD-3B8F-B5451E571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0780B4C-951E-6D1A-7E71-80828A58C554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046B303-E28E-40A4-AB5E-0AFA46F02171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910B49-A032-08FF-9B01-61CCEC60C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131F030-B038-FEFA-FACD-FA88DA637C3B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>
            <a:hlinkClick r:id="rId5" action="ppaction://hlinksldjump"/>
            <a:extLst>
              <a:ext uri="{FF2B5EF4-FFF2-40B4-BE49-F238E27FC236}">
                <a16:creationId xmlns:a16="http://schemas.microsoft.com/office/drawing/2014/main" id="{52C447FC-2696-EEB2-8244-2222C40B1F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422590">
            <a:off x="10766162" y="6212910"/>
            <a:ext cx="1099301" cy="61835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3F742A2-E071-896F-8F80-E669134EFE7D}"/>
              </a:ext>
            </a:extLst>
          </p:cNvPr>
          <p:cNvSpPr txBox="1"/>
          <p:nvPr/>
        </p:nvSpPr>
        <p:spPr>
          <a:xfrm>
            <a:off x="4416371" y="7041010"/>
            <a:ext cx="28262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Body found around: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4:00 – 5:00 PM.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Body shows signs of struggle – bruises on neck and wrist.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Victim is Victoria.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17, Female, 5’5.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Popular at school,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Chance of haters.</a:t>
            </a:r>
          </a:p>
        </p:txBody>
      </p:sp>
    </p:spTree>
    <p:extLst>
      <p:ext uri="{BB962C8B-B14F-4D97-AF65-F5344CB8AC3E}">
        <p14:creationId xmlns:p14="http://schemas.microsoft.com/office/powerpoint/2010/main" val="1032660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7B690C-5A9C-6C45-14F9-C4968DA95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64DFFA5-5CA4-1364-4C7D-1CE87C2F7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1BFDF9E-CC76-8A66-D95B-4957A0276FA9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20E88D7-9C06-7B6E-8BAD-33CFEF383D28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F652E3-8D90-B5D9-B4F6-87DBC9302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8ACD2CA-D32B-0217-B547-6FB6A9966284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E9E5F0-1E74-FFEF-7FA3-9C3B0A138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42424">
            <a:off x="4318325" y="1946546"/>
            <a:ext cx="3919984" cy="2204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A6C3BB-D53A-9204-D5A6-E3BB33EA1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376" y="67718"/>
            <a:ext cx="11349634" cy="63841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E3EBCE-49FC-67AE-C26A-DCBC64330B76}"/>
              </a:ext>
            </a:extLst>
          </p:cNvPr>
          <p:cNvSpPr txBox="1"/>
          <p:nvPr/>
        </p:nvSpPr>
        <p:spPr>
          <a:xfrm>
            <a:off x="4416371" y="1516261"/>
            <a:ext cx="28262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Body found around: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4:00 – 5:00 PM.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Body shows signs of struggle – bruises on neck and wrist.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Victim is Victoria.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17, Female, 5’5.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Popular at school,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Chance of haters.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129AC70-C4E4-D154-F5CE-E322EE23FE6B}"/>
              </a:ext>
            </a:extLst>
          </p:cNvPr>
          <p:cNvGrpSpPr/>
          <p:nvPr/>
        </p:nvGrpSpPr>
        <p:grpSpPr>
          <a:xfrm>
            <a:off x="7389134" y="595812"/>
            <a:ext cx="683029" cy="962568"/>
            <a:chOff x="6583364" y="4577702"/>
            <a:chExt cx="683029" cy="962568"/>
          </a:xfrm>
        </p:grpSpPr>
        <p:pic>
          <p:nvPicPr>
            <p:cNvPr id="22" name="Picture 2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43C43A9-D83F-A01B-D13C-BF2338578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C07B75-0B26-9A91-6D7D-1362AFC18BDD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0220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418C2-A480-1688-F9C4-52789A73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25B7A1-2AF5-8AB7-3C88-257EF1939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D558631-6BB4-3072-A1DD-11865818C4DC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3E4850B-A63F-2DFC-2B59-4C6285A17975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72389B-1C83-8B22-E25B-E287FB76D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25FE7CD-FABE-D57E-D77A-4B3D7D9CDFFD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2A9197-A2C5-D31A-B076-4D631C1D3FB3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578B00A-6761-E0EC-17AB-50601D9B1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AFAF98-51A5-0B6F-BBA2-E7D890107C70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That’s weird.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534AEC9-7821-44A8-02E4-59F177491F80}"/>
              </a:ext>
            </a:extLst>
          </p:cNvPr>
          <p:cNvGrpSpPr/>
          <p:nvPr/>
        </p:nvGrpSpPr>
        <p:grpSpPr>
          <a:xfrm>
            <a:off x="6032274" y="3700462"/>
            <a:ext cx="1471612" cy="962568"/>
            <a:chOff x="6583364" y="4577702"/>
            <a:chExt cx="1471612" cy="962568"/>
          </a:xfrm>
        </p:grpSpPr>
        <p:pic>
          <p:nvPicPr>
            <p:cNvPr id="12" name="Picture 11">
              <a:hlinkClick r:id="rId6" action="ppaction://hlinksldjump"/>
              <a:extLst>
                <a:ext uri="{FF2B5EF4-FFF2-40B4-BE49-F238E27FC236}">
                  <a16:creationId xmlns:a16="http://schemas.microsoft.com/office/drawing/2014/main" id="{EA680EF3-13E4-6F47-6A51-0D9261336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C38EAE-A872-7A38-91C2-D7236D9437E5}"/>
                </a:ext>
              </a:extLst>
            </p:cNvPr>
            <p:cNvSpPr txBox="1"/>
            <p:nvPr/>
          </p:nvSpPr>
          <p:spPr>
            <a:xfrm>
              <a:off x="6841314" y="4842887"/>
              <a:ext cx="931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Yeah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6440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2C002-7100-D42C-2FEC-EFE1AF0CF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F080163-63F5-360A-E2E5-E5320244E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602BD83-DD8F-D56B-3458-52A060C472B6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6F9C9F2-9483-08B3-474D-DA0999A8EBE1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AC75BB-E120-961F-5AF5-5FF07F741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4C4140-93C3-AEF3-F983-B7BE41983D3D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D957A3-63F7-5227-6798-9028B21A6DE1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36F9EF4-3BF2-3CA5-302A-8DD67D7AE8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661AA0-4C9B-6196-2817-9C712F10DCB4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 err="1">
                  <a:latin typeface="AaYuanWeiTuSi" panose="02010600010101010101" pitchFamily="2" charset="-122"/>
                  <a:ea typeface="AaYuanWeiTuSi" panose="02010600010101010101" pitchFamily="2" charset="-122"/>
                </a:rPr>
                <a:t>Bzz</a:t>
              </a:r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! </a:t>
              </a:r>
              <a:r>
                <a:rPr lang="en-US" sz="1600" dirty="0" err="1">
                  <a:latin typeface="AaYuanWeiTuSi" panose="02010600010101010101" pitchFamily="2" charset="-122"/>
                  <a:ea typeface="AaYuanWeiTuSi" panose="02010600010101010101" pitchFamily="2" charset="-122"/>
                </a:rPr>
                <a:t>Bzz</a:t>
              </a:r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! The walkie talkie is buzzing.</a:t>
              </a:r>
            </a:p>
          </p:txBody>
        </p:sp>
      </p:grpSp>
      <p:pic>
        <p:nvPicPr>
          <p:cNvPr id="11" name="Picture 10">
            <a:hlinkClick r:id="rId6" action="ppaction://hlinksldjump"/>
            <a:extLst>
              <a:ext uri="{FF2B5EF4-FFF2-40B4-BE49-F238E27FC236}">
                <a16:creationId xmlns:a16="http://schemas.microsoft.com/office/drawing/2014/main" id="{342EB560-BD9A-F537-9D4A-B6A387B805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124892" flipH="1">
            <a:off x="6093398" y="3391036"/>
            <a:ext cx="1406351" cy="105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5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36177-0E92-292F-9D88-B807A781A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B1E8217-435A-D653-9607-E8AB686B1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63D8DA-B710-B7AA-5B0B-B7A43F689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BECCA93-0EDA-1CE7-D8F7-D43C0B5F78C2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1D7F3A1-F9EC-9526-643A-EF7821C5C2D7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9AA02A-2C0F-BC0E-4ACB-2F9D8977F529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44327D-4830-3AE1-EAED-E78974C4622F}"/>
              </a:ext>
            </a:extLst>
          </p:cNvPr>
          <p:cNvGrpSpPr/>
          <p:nvPr/>
        </p:nvGrpSpPr>
        <p:grpSpPr>
          <a:xfrm>
            <a:off x="1462402" y="-363289"/>
            <a:ext cx="6858000" cy="6858000"/>
            <a:chOff x="1462402" y="-121827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59C4D79-ACB4-2D80-8276-0A9F1E802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2402" y="-121827"/>
              <a:ext cx="6858000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A68E6E1-D24E-6F8C-2046-16E50DE75104}"/>
                </a:ext>
              </a:extLst>
            </p:cNvPr>
            <p:cNvSpPr txBox="1"/>
            <p:nvPr/>
          </p:nvSpPr>
          <p:spPr>
            <a:xfrm>
              <a:off x="2972882" y="2705051"/>
              <a:ext cx="335925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We got information on the victim. Victim lives with her roommate, Layla. They appear to be close, though Layla does not seem fazed.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95C4730-61A2-3F02-67E2-542C66966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490126" flipH="1">
            <a:off x="2602476" y="828899"/>
            <a:ext cx="7641913" cy="520643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30D03-9A92-F393-BE81-AA68AE85CFDA}"/>
              </a:ext>
            </a:extLst>
          </p:cNvPr>
          <p:cNvGrpSpPr/>
          <p:nvPr/>
        </p:nvGrpSpPr>
        <p:grpSpPr>
          <a:xfrm>
            <a:off x="4247278" y="3953115"/>
            <a:ext cx="1471612" cy="962568"/>
            <a:chOff x="6583364" y="4577702"/>
            <a:chExt cx="1471612" cy="962568"/>
          </a:xfrm>
        </p:grpSpPr>
        <p:pic>
          <p:nvPicPr>
            <p:cNvPr id="16" name="Picture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E437A08-06D5-FCAA-82D3-7CE54B795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D6257D-FEFB-BB14-15DA-7ABAFC6C01C7}"/>
                </a:ext>
              </a:extLst>
            </p:cNvPr>
            <p:cNvSpPr txBox="1"/>
            <p:nvPr/>
          </p:nvSpPr>
          <p:spPr>
            <a:xfrm>
              <a:off x="6841314" y="4842887"/>
              <a:ext cx="1072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Noted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7038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749B88-71F1-2C18-D170-9437A171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061DCAB-E8FE-0303-247C-B48357762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6FD1FC-6F9B-046A-CF87-90F1B8837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23C0430-A110-F8E5-F789-04CA3913DA89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4F86D7-CFAD-76B1-56F7-BC38B80241C8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E510AC-9D81-D993-1FE1-E3EA39AA0B9C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AA9C2A-AB7C-535B-0638-46E6C18D5FAA}"/>
              </a:ext>
            </a:extLst>
          </p:cNvPr>
          <p:cNvGrpSpPr/>
          <p:nvPr/>
        </p:nvGrpSpPr>
        <p:grpSpPr>
          <a:xfrm>
            <a:off x="1462402" y="-335912"/>
            <a:ext cx="6858000" cy="6858000"/>
            <a:chOff x="1462402" y="-121827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5269149-D165-99F7-4AED-92B1C1779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2402" y="-121827"/>
              <a:ext cx="6858000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B418E11-285B-9BA5-7286-73272EFEC15E}"/>
                </a:ext>
              </a:extLst>
            </p:cNvPr>
            <p:cNvSpPr txBox="1"/>
            <p:nvPr/>
          </p:nvSpPr>
          <p:spPr>
            <a:xfrm>
              <a:off x="2972882" y="2851630"/>
              <a:ext cx="335925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She also has an ex-boyfriend, Brian.</a:t>
              </a: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They reportedly had an intense messy breakup.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17A576C-A035-A9AC-4DCC-EAFE74F3BC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909707" flipH="1">
            <a:off x="2709475" y="890165"/>
            <a:ext cx="7641913" cy="520643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4F865F2-C0FF-3965-9219-5B94D75FC985}"/>
              </a:ext>
            </a:extLst>
          </p:cNvPr>
          <p:cNvGrpSpPr/>
          <p:nvPr/>
        </p:nvGrpSpPr>
        <p:grpSpPr>
          <a:xfrm>
            <a:off x="4247278" y="3953115"/>
            <a:ext cx="1471612" cy="962568"/>
            <a:chOff x="6583364" y="4577702"/>
            <a:chExt cx="1471612" cy="962568"/>
          </a:xfrm>
        </p:grpSpPr>
        <p:pic>
          <p:nvPicPr>
            <p:cNvPr id="19" name="Picture 1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72345D9-3CCA-C26B-2727-087DACBE3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39B4006-6ED5-DE40-D5A1-1DB710BC3515}"/>
                </a:ext>
              </a:extLst>
            </p:cNvPr>
            <p:cNvSpPr txBox="1"/>
            <p:nvPr/>
          </p:nvSpPr>
          <p:spPr>
            <a:xfrm>
              <a:off x="6841314" y="4842887"/>
              <a:ext cx="1072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Noted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4818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C397E-4102-58E0-DF86-543E14335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4F9A890-4D25-E7AB-A344-B77C5CB3E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F7FC54-F61C-D554-40BC-20346CB6A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EF5F8F3-8737-84A4-73C1-6212008BFCB0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A5F6C98-712D-23A5-1A4F-7F34A2C3BCA9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4D2BEF-CBC5-1688-257D-3030E121EF4A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327E727-9D36-F8A8-90C2-7F22F81D2E27}"/>
              </a:ext>
            </a:extLst>
          </p:cNvPr>
          <p:cNvGrpSpPr/>
          <p:nvPr/>
        </p:nvGrpSpPr>
        <p:grpSpPr>
          <a:xfrm>
            <a:off x="1462402" y="-335912"/>
            <a:ext cx="6858000" cy="6858000"/>
            <a:chOff x="1462402" y="-121827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991CCE6-7DBF-12D1-F493-8F568AC17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2402" y="-121827"/>
              <a:ext cx="6858000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9DBD2B4-4733-E894-8227-ACBBE348D376}"/>
                </a:ext>
              </a:extLst>
            </p:cNvPr>
            <p:cNvSpPr txBox="1"/>
            <p:nvPr/>
          </p:nvSpPr>
          <p:spPr>
            <a:xfrm>
              <a:off x="2972882" y="2851630"/>
              <a:ext cx="335925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Victim also has a close older brother, Charlie.</a:t>
              </a: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He seemed troubled and agitated when asked.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C8B017B-E3B5-20D2-0AAC-96BACEEC29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420679" flipH="1">
            <a:off x="2709475" y="890165"/>
            <a:ext cx="7641913" cy="520643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0773AE3-6BCF-D5DD-6574-8749668A4837}"/>
              </a:ext>
            </a:extLst>
          </p:cNvPr>
          <p:cNvGrpSpPr/>
          <p:nvPr/>
        </p:nvGrpSpPr>
        <p:grpSpPr>
          <a:xfrm>
            <a:off x="4247278" y="3953115"/>
            <a:ext cx="1471612" cy="962568"/>
            <a:chOff x="6583364" y="4577702"/>
            <a:chExt cx="1471612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755425A-2258-2854-01B9-F09E90EA2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1B2970-5B68-A141-3C07-16CA473AD147}"/>
                </a:ext>
              </a:extLst>
            </p:cNvPr>
            <p:cNvSpPr txBox="1"/>
            <p:nvPr/>
          </p:nvSpPr>
          <p:spPr>
            <a:xfrm>
              <a:off x="6841314" y="4842887"/>
              <a:ext cx="1072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Noted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4960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8245D-86B1-6B21-FC62-052031820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14F46E-A8C2-BB4F-2755-35E0FE63D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2158904-785A-8911-9779-2EE5F272A18C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C2CDCC-1467-0D3D-D521-A1C90342F849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6065A1-ADFF-54E8-6AB2-C4D4A789A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sp>
        <p:nvSpPr>
          <p:cNvPr id="8" name="Freeform: Shape 7">
            <a:hlinkClick r:id="rId5" action="ppaction://hlinksldjump"/>
            <a:extLst>
              <a:ext uri="{FF2B5EF4-FFF2-40B4-BE49-F238E27FC236}">
                <a16:creationId xmlns:a16="http://schemas.microsoft.com/office/drawing/2014/main" id="{BBB074F0-986F-6E3D-09B0-7F839DD76788}"/>
              </a:ext>
            </a:extLst>
          </p:cNvPr>
          <p:cNvSpPr/>
          <p:nvPr/>
        </p:nvSpPr>
        <p:spPr>
          <a:xfrm flipH="1">
            <a:off x="7972425" y="2012526"/>
            <a:ext cx="2971800" cy="2981325"/>
          </a:xfrm>
          <a:custGeom>
            <a:avLst/>
            <a:gdLst>
              <a:gd name="csX0" fmla="*/ 0 w 2971800"/>
              <a:gd name="csY0" fmla="*/ 714375 h 2981325"/>
              <a:gd name="csX1" fmla="*/ 0 w 2971800"/>
              <a:gd name="csY1" fmla="*/ 714375 h 2981325"/>
              <a:gd name="csX2" fmla="*/ 161925 w 2971800"/>
              <a:gd name="csY2" fmla="*/ 695325 h 2981325"/>
              <a:gd name="csX3" fmla="*/ 190500 w 2971800"/>
              <a:gd name="csY3" fmla="*/ 685800 h 2981325"/>
              <a:gd name="csX4" fmla="*/ 542925 w 2971800"/>
              <a:gd name="csY4" fmla="*/ 609600 h 2981325"/>
              <a:gd name="csX5" fmla="*/ 742950 w 2971800"/>
              <a:gd name="csY5" fmla="*/ 542925 h 2981325"/>
              <a:gd name="csX6" fmla="*/ 809625 w 2971800"/>
              <a:gd name="csY6" fmla="*/ 514350 h 2981325"/>
              <a:gd name="csX7" fmla="*/ 885825 w 2971800"/>
              <a:gd name="csY7" fmla="*/ 504825 h 2981325"/>
              <a:gd name="csX8" fmla="*/ 1171575 w 2971800"/>
              <a:gd name="csY8" fmla="*/ 361950 h 2981325"/>
              <a:gd name="csX9" fmla="*/ 1485900 w 2971800"/>
              <a:gd name="csY9" fmla="*/ 266700 h 2981325"/>
              <a:gd name="csX10" fmla="*/ 1743075 w 2971800"/>
              <a:gd name="csY10" fmla="*/ 171450 h 2981325"/>
              <a:gd name="csX11" fmla="*/ 1905000 w 2971800"/>
              <a:gd name="csY11" fmla="*/ 95250 h 2981325"/>
              <a:gd name="csX12" fmla="*/ 2276475 w 2971800"/>
              <a:gd name="csY12" fmla="*/ 47625 h 2981325"/>
              <a:gd name="csX13" fmla="*/ 2562225 w 2971800"/>
              <a:gd name="csY13" fmla="*/ 0 h 2981325"/>
              <a:gd name="csX14" fmla="*/ 2943225 w 2971800"/>
              <a:gd name="csY14" fmla="*/ 0 h 2981325"/>
              <a:gd name="csX15" fmla="*/ 2971800 w 2971800"/>
              <a:gd name="csY15" fmla="*/ 1800225 h 2981325"/>
              <a:gd name="csX16" fmla="*/ 2667000 w 2971800"/>
              <a:gd name="csY16" fmla="*/ 1847850 h 2981325"/>
              <a:gd name="csX17" fmla="*/ 2486025 w 2971800"/>
              <a:gd name="csY17" fmla="*/ 1866900 h 2981325"/>
              <a:gd name="csX18" fmla="*/ 2085975 w 2971800"/>
              <a:gd name="csY18" fmla="*/ 1943100 h 2981325"/>
              <a:gd name="csX19" fmla="*/ 1962150 w 2971800"/>
              <a:gd name="csY19" fmla="*/ 1962150 h 2981325"/>
              <a:gd name="csX20" fmla="*/ 1933575 w 2971800"/>
              <a:gd name="csY20" fmla="*/ 1971675 h 2981325"/>
              <a:gd name="csX21" fmla="*/ 1762125 w 2971800"/>
              <a:gd name="csY21" fmla="*/ 2019300 h 2981325"/>
              <a:gd name="csX22" fmla="*/ 1171575 w 2971800"/>
              <a:gd name="csY22" fmla="*/ 2181225 h 2981325"/>
              <a:gd name="csX23" fmla="*/ 1047750 w 2971800"/>
              <a:gd name="csY23" fmla="*/ 2247900 h 2981325"/>
              <a:gd name="csX24" fmla="*/ 981075 w 2971800"/>
              <a:gd name="csY24" fmla="*/ 2295525 h 2981325"/>
              <a:gd name="csX25" fmla="*/ 609600 w 2971800"/>
              <a:gd name="csY25" fmla="*/ 2476500 h 2981325"/>
              <a:gd name="csX26" fmla="*/ 542925 w 2971800"/>
              <a:gd name="csY26" fmla="*/ 2524125 h 2981325"/>
              <a:gd name="csX27" fmla="*/ 523875 w 2971800"/>
              <a:gd name="csY27" fmla="*/ 2552700 h 2981325"/>
              <a:gd name="csX28" fmla="*/ 381000 w 2971800"/>
              <a:gd name="csY28" fmla="*/ 2695575 h 2981325"/>
              <a:gd name="csX29" fmla="*/ 304800 w 2971800"/>
              <a:gd name="csY29" fmla="*/ 2790825 h 2981325"/>
              <a:gd name="csX30" fmla="*/ 266700 w 2971800"/>
              <a:gd name="csY30" fmla="*/ 2847975 h 2981325"/>
              <a:gd name="csX31" fmla="*/ 247650 w 2971800"/>
              <a:gd name="csY31" fmla="*/ 2886075 h 2981325"/>
              <a:gd name="csX32" fmla="*/ 171450 w 2971800"/>
              <a:gd name="csY32" fmla="*/ 2962275 h 2981325"/>
              <a:gd name="csX33" fmla="*/ 152400 w 2971800"/>
              <a:gd name="csY33" fmla="*/ 2981325 h 2981325"/>
              <a:gd name="csX34" fmla="*/ 57150 w 2971800"/>
              <a:gd name="csY34" fmla="*/ 695325 h 2981325"/>
              <a:gd name="csX35" fmla="*/ 152400 w 2971800"/>
              <a:gd name="csY35" fmla="*/ 704850 h 2981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2971800" h="2981325">
                <a:moveTo>
                  <a:pt x="0" y="714375"/>
                </a:moveTo>
                <a:lnTo>
                  <a:pt x="0" y="714375"/>
                </a:lnTo>
                <a:cubicBezTo>
                  <a:pt x="37785" y="710597"/>
                  <a:pt x="119812" y="703748"/>
                  <a:pt x="161925" y="695325"/>
                </a:cubicBezTo>
                <a:cubicBezTo>
                  <a:pt x="171770" y="693356"/>
                  <a:pt x="180705" y="688004"/>
                  <a:pt x="190500" y="685800"/>
                </a:cubicBezTo>
                <a:cubicBezTo>
                  <a:pt x="307758" y="659417"/>
                  <a:pt x="426564" y="639693"/>
                  <a:pt x="542925" y="609600"/>
                </a:cubicBezTo>
                <a:cubicBezTo>
                  <a:pt x="610968" y="592003"/>
                  <a:pt x="676763" y="566563"/>
                  <a:pt x="742950" y="542925"/>
                </a:cubicBezTo>
                <a:cubicBezTo>
                  <a:pt x="765721" y="534792"/>
                  <a:pt x="786261" y="520580"/>
                  <a:pt x="809625" y="514350"/>
                </a:cubicBezTo>
                <a:cubicBezTo>
                  <a:pt x="834358" y="507754"/>
                  <a:pt x="860425" y="508000"/>
                  <a:pt x="885825" y="504825"/>
                </a:cubicBezTo>
                <a:cubicBezTo>
                  <a:pt x="1014631" y="425560"/>
                  <a:pt x="1018712" y="413923"/>
                  <a:pt x="1171575" y="361950"/>
                </a:cubicBezTo>
                <a:cubicBezTo>
                  <a:pt x="1275228" y="326708"/>
                  <a:pt x="1383235" y="304724"/>
                  <a:pt x="1485900" y="266700"/>
                </a:cubicBezTo>
                <a:cubicBezTo>
                  <a:pt x="1571625" y="234950"/>
                  <a:pt x="1660360" y="210375"/>
                  <a:pt x="1743075" y="171450"/>
                </a:cubicBezTo>
                <a:cubicBezTo>
                  <a:pt x="1797050" y="146050"/>
                  <a:pt x="1845831" y="102836"/>
                  <a:pt x="1905000" y="95250"/>
                </a:cubicBezTo>
                <a:lnTo>
                  <a:pt x="2276475" y="47625"/>
                </a:lnTo>
                <a:cubicBezTo>
                  <a:pt x="2372040" y="33775"/>
                  <a:pt x="2465661" y="0"/>
                  <a:pt x="2562225" y="0"/>
                </a:cubicBezTo>
                <a:lnTo>
                  <a:pt x="2943225" y="0"/>
                </a:lnTo>
                <a:lnTo>
                  <a:pt x="2971800" y="1800225"/>
                </a:lnTo>
                <a:cubicBezTo>
                  <a:pt x="2799175" y="1832592"/>
                  <a:pt x="2840878" y="1827978"/>
                  <a:pt x="2667000" y="1847850"/>
                </a:cubicBezTo>
                <a:cubicBezTo>
                  <a:pt x="2606734" y="1854738"/>
                  <a:pt x="2545884" y="1857087"/>
                  <a:pt x="2486025" y="1866900"/>
                </a:cubicBezTo>
                <a:cubicBezTo>
                  <a:pt x="2352066" y="1888861"/>
                  <a:pt x="2219533" y="1918817"/>
                  <a:pt x="2085975" y="1943100"/>
                </a:cubicBezTo>
                <a:cubicBezTo>
                  <a:pt x="2044888" y="1950570"/>
                  <a:pt x="2003425" y="1955800"/>
                  <a:pt x="1962150" y="1962150"/>
                </a:cubicBezTo>
                <a:cubicBezTo>
                  <a:pt x="1952625" y="1965325"/>
                  <a:pt x="1943229" y="1968917"/>
                  <a:pt x="1933575" y="1971675"/>
                </a:cubicBezTo>
                <a:cubicBezTo>
                  <a:pt x="1876543" y="1987970"/>
                  <a:pt x="1818686" y="2001439"/>
                  <a:pt x="1762125" y="2019300"/>
                </a:cubicBezTo>
                <a:cubicBezTo>
                  <a:pt x="1265702" y="2176065"/>
                  <a:pt x="1550266" y="2115366"/>
                  <a:pt x="1171575" y="2181225"/>
                </a:cubicBezTo>
                <a:cubicBezTo>
                  <a:pt x="1075193" y="2245480"/>
                  <a:pt x="1271914" y="2116039"/>
                  <a:pt x="1047750" y="2247900"/>
                </a:cubicBezTo>
                <a:cubicBezTo>
                  <a:pt x="1024209" y="2261748"/>
                  <a:pt x="1005378" y="2283062"/>
                  <a:pt x="981075" y="2295525"/>
                </a:cubicBezTo>
                <a:cubicBezTo>
                  <a:pt x="937070" y="2318092"/>
                  <a:pt x="708917" y="2412653"/>
                  <a:pt x="609600" y="2476500"/>
                </a:cubicBezTo>
                <a:cubicBezTo>
                  <a:pt x="586625" y="2491269"/>
                  <a:pt x="565150" y="2508250"/>
                  <a:pt x="542925" y="2524125"/>
                </a:cubicBezTo>
                <a:cubicBezTo>
                  <a:pt x="536575" y="2533650"/>
                  <a:pt x="531735" y="2544377"/>
                  <a:pt x="523875" y="2552700"/>
                </a:cubicBezTo>
                <a:cubicBezTo>
                  <a:pt x="477630" y="2601666"/>
                  <a:pt x="423074" y="2642982"/>
                  <a:pt x="381000" y="2695575"/>
                </a:cubicBezTo>
                <a:cubicBezTo>
                  <a:pt x="355600" y="2727325"/>
                  <a:pt x="327354" y="2756994"/>
                  <a:pt x="304800" y="2790825"/>
                </a:cubicBezTo>
                <a:cubicBezTo>
                  <a:pt x="292100" y="2809875"/>
                  <a:pt x="278480" y="2828342"/>
                  <a:pt x="266700" y="2847975"/>
                </a:cubicBezTo>
                <a:cubicBezTo>
                  <a:pt x="259395" y="2860151"/>
                  <a:pt x="256740" y="2875167"/>
                  <a:pt x="247650" y="2886075"/>
                </a:cubicBezTo>
                <a:cubicBezTo>
                  <a:pt x="224654" y="2913670"/>
                  <a:pt x="196850" y="2936875"/>
                  <a:pt x="171450" y="2962275"/>
                </a:cubicBezTo>
                <a:lnTo>
                  <a:pt x="152400" y="2981325"/>
                </a:lnTo>
                <a:lnTo>
                  <a:pt x="57150" y="695325"/>
                </a:lnTo>
                <a:lnTo>
                  <a:pt x="152400" y="704850"/>
                </a:lnTo>
              </a:path>
            </a:pathLst>
          </a:custGeom>
          <a:solidFill>
            <a:schemeClr val="bg2">
              <a:lumMod val="90000"/>
              <a:alpha val="13000"/>
            </a:schemeClr>
          </a:solidFill>
          <a:ln>
            <a:solidFill>
              <a:schemeClr val="accent1">
                <a:shade val="15000"/>
                <a:alpha val="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F464C7-2619-3B84-1102-94C849262D4C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242C837-9B6A-7BA6-D7DE-E634E0012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541ADBD-F6D3-7D87-18CB-9DECAD32439D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Try checking out the purple room on the first floor.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C86CFB-E931-BF1A-1726-741AEF9FFD38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20" name="Picture 1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970849C-C05E-74FC-D0C1-59E4CC3D3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E816CE-819B-3ABF-418E-8F7A54A9795A}"/>
                </a:ext>
              </a:extLst>
            </p:cNvPr>
            <p:cNvSpPr txBox="1"/>
            <p:nvPr/>
          </p:nvSpPr>
          <p:spPr>
            <a:xfrm>
              <a:off x="6841314" y="4842887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Okay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791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C7713-947C-90AE-CC3D-3976C104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B8EE8F5-6250-7843-F2D9-D7E72700E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D31D124-6CB2-17DA-616C-92C35F153F12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D8E85B-7871-8054-213F-A9F4926C04D7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5D22EF-6D65-5B31-7E66-344E4F9E5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sp>
        <p:nvSpPr>
          <p:cNvPr id="8" name="Freeform: Shape 7">
            <a:hlinkClick r:id="rId5" action="ppaction://hlinksldjump"/>
            <a:extLst>
              <a:ext uri="{FF2B5EF4-FFF2-40B4-BE49-F238E27FC236}">
                <a16:creationId xmlns:a16="http://schemas.microsoft.com/office/drawing/2014/main" id="{3A6448B6-1977-1724-52D3-E48F726E907F}"/>
              </a:ext>
            </a:extLst>
          </p:cNvPr>
          <p:cNvSpPr/>
          <p:nvPr/>
        </p:nvSpPr>
        <p:spPr>
          <a:xfrm flipH="1">
            <a:off x="7972425" y="2012526"/>
            <a:ext cx="2971800" cy="2981325"/>
          </a:xfrm>
          <a:custGeom>
            <a:avLst/>
            <a:gdLst>
              <a:gd name="csX0" fmla="*/ 0 w 2971800"/>
              <a:gd name="csY0" fmla="*/ 714375 h 2981325"/>
              <a:gd name="csX1" fmla="*/ 0 w 2971800"/>
              <a:gd name="csY1" fmla="*/ 714375 h 2981325"/>
              <a:gd name="csX2" fmla="*/ 161925 w 2971800"/>
              <a:gd name="csY2" fmla="*/ 695325 h 2981325"/>
              <a:gd name="csX3" fmla="*/ 190500 w 2971800"/>
              <a:gd name="csY3" fmla="*/ 685800 h 2981325"/>
              <a:gd name="csX4" fmla="*/ 542925 w 2971800"/>
              <a:gd name="csY4" fmla="*/ 609600 h 2981325"/>
              <a:gd name="csX5" fmla="*/ 742950 w 2971800"/>
              <a:gd name="csY5" fmla="*/ 542925 h 2981325"/>
              <a:gd name="csX6" fmla="*/ 809625 w 2971800"/>
              <a:gd name="csY6" fmla="*/ 514350 h 2981325"/>
              <a:gd name="csX7" fmla="*/ 885825 w 2971800"/>
              <a:gd name="csY7" fmla="*/ 504825 h 2981325"/>
              <a:gd name="csX8" fmla="*/ 1171575 w 2971800"/>
              <a:gd name="csY8" fmla="*/ 361950 h 2981325"/>
              <a:gd name="csX9" fmla="*/ 1485900 w 2971800"/>
              <a:gd name="csY9" fmla="*/ 266700 h 2981325"/>
              <a:gd name="csX10" fmla="*/ 1743075 w 2971800"/>
              <a:gd name="csY10" fmla="*/ 171450 h 2981325"/>
              <a:gd name="csX11" fmla="*/ 1905000 w 2971800"/>
              <a:gd name="csY11" fmla="*/ 95250 h 2981325"/>
              <a:gd name="csX12" fmla="*/ 2276475 w 2971800"/>
              <a:gd name="csY12" fmla="*/ 47625 h 2981325"/>
              <a:gd name="csX13" fmla="*/ 2562225 w 2971800"/>
              <a:gd name="csY13" fmla="*/ 0 h 2981325"/>
              <a:gd name="csX14" fmla="*/ 2943225 w 2971800"/>
              <a:gd name="csY14" fmla="*/ 0 h 2981325"/>
              <a:gd name="csX15" fmla="*/ 2971800 w 2971800"/>
              <a:gd name="csY15" fmla="*/ 1800225 h 2981325"/>
              <a:gd name="csX16" fmla="*/ 2667000 w 2971800"/>
              <a:gd name="csY16" fmla="*/ 1847850 h 2981325"/>
              <a:gd name="csX17" fmla="*/ 2486025 w 2971800"/>
              <a:gd name="csY17" fmla="*/ 1866900 h 2981325"/>
              <a:gd name="csX18" fmla="*/ 2085975 w 2971800"/>
              <a:gd name="csY18" fmla="*/ 1943100 h 2981325"/>
              <a:gd name="csX19" fmla="*/ 1962150 w 2971800"/>
              <a:gd name="csY19" fmla="*/ 1962150 h 2981325"/>
              <a:gd name="csX20" fmla="*/ 1933575 w 2971800"/>
              <a:gd name="csY20" fmla="*/ 1971675 h 2981325"/>
              <a:gd name="csX21" fmla="*/ 1762125 w 2971800"/>
              <a:gd name="csY21" fmla="*/ 2019300 h 2981325"/>
              <a:gd name="csX22" fmla="*/ 1171575 w 2971800"/>
              <a:gd name="csY22" fmla="*/ 2181225 h 2981325"/>
              <a:gd name="csX23" fmla="*/ 1047750 w 2971800"/>
              <a:gd name="csY23" fmla="*/ 2247900 h 2981325"/>
              <a:gd name="csX24" fmla="*/ 981075 w 2971800"/>
              <a:gd name="csY24" fmla="*/ 2295525 h 2981325"/>
              <a:gd name="csX25" fmla="*/ 609600 w 2971800"/>
              <a:gd name="csY25" fmla="*/ 2476500 h 2981325"/>
              <a:gd name="csX26" fmla="*/ 542925 w 2971800"/>
              <a:gd name="csY26" fmla="*/ 2524125 h 2981325"/>
              <a:gd name="csX27" fmla="*/ 523875 w 2971800"/>
              <a:gd name="csY27" fmla="*/ 2552700 h 2981325"/>
              <a:gd name="csX28" fmla="*/ 381000 w 2971800"/>
              <a:gd name="csY28" fmla="*/ 2695575 h 2981325"/>
              <a:gd name="csX29" fmla="*/ 304800 w 2971800"/>
              <a:gd name="csY29" fmla="*/ 2790825 h 2981325"/>
              <a:gd name="csX30" fmla="*/ 266700 w 2971800"/>
              <a:gd name="csY30" fmla="*/ 2847975 h 2981325"/>
              <a:gd name="csX31" fmla="*/ 247650 w 2971800"/>
              <a:gd name="csY31" fmla="*/ 2886075 h 2981325"/>
              <a:gd name="csX32" fmla="*/ 171450 w 2971800"/>
              <a:gd name="csY32" fmla="*/ 2962275 h 2981325"/>
              <a:gd name="csX33" fmla="*/ 152400 w 2971800"/>
              <a:gd name="csY33" fmla="*/ 2981325 h 2981325"/>
              <a:gd name="csX34" fmla="*/ 57150 w 2971800"/>
              <a:gd name="csY34" fmla="*/ 695325 h 2981325"/>
              <a:gd name="csX35" fmla="*/ 152400 w 2971800"/>
              <a:gd name="csY35" fmla="*/ 704850 h 2981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2971800" h="2981325">
                <a:moveTo>
                  <a:pt x="0" y="714375"/>
                </a:moveTo>
                <a:lnTo>
                  <a:pt x="0" y="714375"/>
                </a:lnTo>
                <a:cubicBezTo>
                  <a:pt x="37785" y="710597"/>
                  <a:pt x="119812" y="703748"/>
                  <a:pt x="161925" y="695325"/>
                </a:cubicBezTo>
                <a:cubicBezTo>
                  <a:pt x="171770" y="693356"/>
                  <a:pt x="180705" y="688004"/>
                  <a:pt x="190500" y="685800"/>
                </a:cubicBezTo>
                <a:cubicBezTo>
                  <a:pt x="307758" y="659417"/>
                  <a:pt x="426564" y="639693"/>
                  <a:pt x="542925" y="609600"/>
                </a:cubicBezTo>
                <a:cubicBezTo>
                  <a:pt x="610968" y="592003"/>
                  <a:pt x="676763" y="566563"/>
                  <a:pt x="742950" y="542925"/>
                </a:cubicBezTo>
                <a:cubicBezTo>
                  <a:pt x="765721" y="534792"/>
                  <a:pt x="786261" y="520580"/>
                  <a:pt x="809625" y="514350"/>
                </a:cubicBezTo>
                <a:cubicBezTo>
                  <a:pt x="834358" y="507754"/>
                  <a:pt x="860425" y="508000"/>
                  <a:pt x="885825" y="504825"/>
                </a:cubicBezTo>
                <a:cubicBezTo>
                  <a:pt x="1014631" y="425560"/>
                  <a:pt x="1018712" y="413923"/>
                  <a:pt x="1171575" y="361950"/>
                </a:cubicBezTo>
                <a:cubicBezTo>
                  <a:pt x="1275228" y="326708"/>
                  <a:pt x="1383235" y="304724"/>
                  <a:pt x="1485900" y="266700"/>
                </a:cubicBezTo>
                <a:cubicBezTo>
                  <a:pt x="1571625" y="234950"/>
                  <a:pt x="1660360" y="210375"/>
                  <a:pt x="1743075" y="171450"/>
                </a:cubicBezTo>
                <a:cubicBezTo>
                  <a:pt x="1797050" y="146050"/>
                  <a:pt x="1845831" y="102836"/>
                  <a:pt x="1905000" y="95250"/>
                </a:cubicBezTo>
                <a:lnTo>
                  <a:pt x="2276475" y="47625"/>
                </a:lnTo>
                <a:cubicBezTo>
                  <a:pt x="2372040" y="33775"/>
                  <a:pt x="2465661" y="0"/>
                  <a:pt x="2562225" y="0"/>
                </a:cubicBezTo>
                <a:lnTo>
                  <a:pt x="2943225" y="0"/>
                </a:lnTo>
                <a:lnTo>
                  <a:pt x="2971800" y="1800225"/>
                </a:lnTo>
                <a:cubicBezTo>
                  <a:pt x="2799175" y="1832592"/>
                  <a:pt x="2840878" y="1827978"/>
                  <a:pt x="2667000" y="1847850"/>
                </a:cubicBezTo>
                <a:cubicBezTo>
                  <a:pt x="2606734" y="1854738"/>
                  <a:pt x="2545884" y="1857087"/>
                  <a:pt x="2486025" y="1866900"/>
                </a:cubicBezTo>
                <a:cubicBezTo>
                  <a:pt x="2352066" y="1888861"/>
                  <a:pt x="2219533" y="1918817"/>
                  <a:pt x="2085975" y="1943100"/>
                </a:cubicBezTo>
                <a:cubicBezTo>
                  <a:pt x="2044888" y="1950570"/>
                  <a:pt x="2003425" y="1955800"/>
                  <a:pt x="1962150" y="1962150"/>
                </a:cubicBezTo>
                <a:cubicBezTo>
                  <a:pt x="1952625" y="1965325"/>
                  <a:pt x="1943229" y="1968917"/>
                  <a:pt x="1933575" y="1971675"/>
                </a:cubicBezTo>
                <a:cubicBezTo>
                  <a:pt x="1876543" y="1987970"/>
                  <a:pt x="1818686" y="2001439"/>
                  <a:pt x="1762125" y="2019300"/>
                </a:cubicBezTo>
                <a:cubicBezTo>
                  <a:pt x="1265702" y="2176065"/>
                  <a:pt x="1550266" y="2115366"/>
                  <a:pt x="1171575" y="2181225"/>
                </a:cubicBezTo>
                <a:cubicBezTo>
                  <a:pt x="1075193" y="2245480"/>
                  <a:pt x="1271914" y="2116039"/>
                  <a:pt x="1047750" y="2247900"/>
                </a:cubicBezTo>
                <a:cubicBezTo>
                  <a:pt x="1024209" y="2261748"/>
                  <a:pt x="1005378" y="2283062"/>
                  <a:pt x="981075" y="2295525"/>
                </a:cubicBezTo>
                <a:cubicBezTo>
                  <a:pt x="937070" y="2318092"/>
                  <a:pt x="708917" y="2412653"/>
                  <a:pt x="609600" y="2476500"/>
                </a:cubicBezTo>
                <a:cubicBezTo>
                  <a:pt x="586625" y="2491269"/>
                  <a:pt x="565150" y="2508250"/>
                  <a:pt x="542925" y="2524125"/>
                </a:cubicBezTo>
                <a:cubicBezTo>
                  <a:pt x="536575" y="2533650"/>
                  <a:pt x="531735" y="2544377"/>
                  <a:pt x="523875" y="2552700"/>
                </a:cubicBezTo>
                <a:cubicBezTo>
                  <a:pt x="477630" y="2601666"/>
                  <a:pt x="423074" y="2642982"/>
                  <a:pt x="381000" y="2695575"/>
                </a:cubicBezTo>
                <a:cubicBezTo>
                  <a:pt x="355600" y="2727325"/>
                  <a:pt x="327354" y="2756994"/>
                  <a:pt x="304800" y="2790825"/>
                </a:cubicBezTo>
                <a:cubicBezTo>
                  <a:pt x="292100" y="2809875"/>
                  <a:pt x="278480" y="2828342"/>
                  <a:pt x="266700" y="2847975"/>
                </a:cubicBezTo>
                <a:cubicBezTo>
                  <a:pt x="259395" y="2860151"/>
                  <a:pt x="256740" y="2875167"/>
                  <a:pt x="247650" y="2886075"/>
                </a:cubicBezTo>
                <a:cubicBezTo>
                  <a:pt x="224654" y="2913670"/>
                  <a:pt x="196850" y="2936875"/>
                  <a:pt x="171450" y="2962275"/>
                </a:cubicBezTo>
                <a:lnTo>
                  <a:pt x="152400" y="2981325"/>
                </a:lnTo>
                <a:lnTo>
                  <a:pt x="57150" y="695325"/>
                </a:lnTo>
                <a:lnTo>
                  <a:pt x="152400" y="704850"/>
                </a:lnTo>
              </a:path>
            </a:pathLst>
          </a:custGeom>
          <a:solidFill>
            <a:schemeClr val="bg2">
              <a:lumMod val="90000"/>
              <a:alpha val="13000"/>
            </a:schemeClr>
          </a:solidFill>
          <a:ln>
            <a:solidFill>
              <a:schemeClr val="accent1">
                <a:shade val="15000"/>
                <a:alpha val="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4D3D402-EBA2-06B1-154E-3D96DFACCD98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09AFCD6-7D1E-687A-37CF-8997654E3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28D9794-2D22-277F-8A7E-92CF613687B6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Wait! A camera is necessary; did you bring it?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363AFCE-5643-F3C2-1B0A-DDDB5AE016F4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20" name="Picture 1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F46D9E9-8F4F-E821-32C4-DB924B665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56822BB-3898-D532-8D13-6FACE95A2739}"/>
                </a:ext>
              </a:extLst>
            </p:cNvPr>
            <p:cNvSpPr txBox="1"/>
            <p:nvPr/>
          </p:nvSpPr>
          <p:spPr>
            <a:xfrm>
              <a:off x="6986839" y="4818898"/>
              <a:ext cx="679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No.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9752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FD8DA-467D-10DE-20C7-73FAED9D6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C33CE9E-10FA-ED44-716E-3A16716BA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B1DD324-624F-6F7F-1484-35D6AC8FD23C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A2FE2F-A43D-0F04-7180-E4153C0E2EEC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5B5491-29AD-E64C-FA1B-26381FB3A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D1E0FAE-B8B1-27AF-35E4-F16BC0007538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4D2D600-9450-3AD2-85C0-3485E09BC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45BFF5-9590-6F5F-46F3-71C9FC81AE47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Sigh. Find one. </a:t>
              </a: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Now go.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ECC6592-0C00-4004-D8B0-2E792BD59AF7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3" name="Picture 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C7849D6-C173-C28E-6D08-A4D67F45B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3AEA199-258B-277D-80BE-F6BB0F0BBA33}"/>
                </a:ext>
              </a:extLst>
            </p:cNvPr>
            <p:cNvSpPr txBox="1"/>
            <p:nvPr/>
          </p:nvSpPr>
          <p:spPr>
            <a:xfrm>
              <a:off x="6841314" y="4842887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Okay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4901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29A70B-5A06-AA11-CD0A-5CDE413D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6436DE3-17D1-EAD9-DC9E-3CBDBDDB2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EA6CB07-EC7A-09C8-1B4C-7139426E4FC6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45758F0-1D99-B02D-FAA3-1343B4BD2E2E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Freeform: Shape 13">
            <a:hlinkClick r:id="rId4" action="ppaction://hlinksldjump"/>
            <a:extLst>
              <a:ext uri="{FF2B5EF4-FFF2-40B4-BE49-F238E27FC236}">
                <a16:creationId xmlns:a16="http://schemas.microsoft.com/office/drawing/2014/main" id="{163C604B-9553-B23F-B336-C459C2CDBBBE}"/>
              </a:ext>
            </a:extLst>
          </p:cNvPr>
          <p:cNvSpPr/>
          <p:nvPr/>
        </p:nvSpPr>
        <p:spPr>
          <a:xfrm>
            <a:off x="2038350" y="2115033"/>
            <a:ext cx="1762125" cy="2981325"/>
          </a:xfrm>
          <a:custGeom>
            <a:avLst/>
            <a:gdLst>
              <a:gd name="csX0" fmla="*/ 0 w 2971800"/>
              <a:gd name="csY0" fmla="*/ 714375 h 2981325"/>
              <a:gd name="csX1" fmla="*/ 0 w 2971800"/>
              <a:gd name="csY1" fmla="*/ 714375 h 2981325"/>
              <a:gd name="csX2" fmla="*/ 161925 w 2971800"/>
              <a:gd name="csY2" fmla="*/ 695325 h 2981325"/>
              <a:gd name="csX3" fmla="*/ 190500 w 2971800"/>
              <a:gd name="csY3" fmla="*/ 685800 h 2981325"/>
              <a:gd name="csX4" fmla="*/ 542925 w 2971800"/>
              <a:gd name="csY4" fmla="*/ 609600 h 2981325"/>
              <a:gd name="csX5" fmla="*/ 742950 w 2971800"/>
              <a:gd name="csY5" fmla="*/ 542925 h 2981325"/>
              <a:gd name="csX6" fmla="*/ 809625 w 2971800"/>
              <a:gd name="csY6" fmla="*/ 514350 h 2981325"/>
              <a:gd name="csX7" fmla="*/ 885825 w 2971800"/>
              <a:gd name="csY7" fmla="*/ 504825 h 2981325"/>
              <a:gd name="csX8" fmla="*/ 1171575 w 2971800"/>
              <a:gd name="csY8" fmla="*/ 361950 h 2981325"/>
              <a:gd name="csX9" fmla="*/ 1485900 w 2971800"/>
              <a:gd name="csY9" fmla="*/ 266700 h 2981325"/>
              <a:gd name="csX10" fmla="*/ 1743075 w 2971800"/>
              <a:gd name="csY10" fmla="*/ 171450 h 2981325"/>
              <a:gd name="csX11" fmla="*/ 1905000 w 2971800"/>
              <a:gd name="csY11" fmla="*/ 95250 h 2981325"/>
              <a:gd name="csX12" fmla="*/ 2276475 w 2971800"/>
              <a:gd name="csY12" fmla="*/ 47625 h 2981325"/>
              <a:gd name="csX13" fmla="*/ 2562225 w 2971800"/>
              <a:gd name="csY13" fmla="*/ 0 h 2981325"/>
              <a:gd name="csX14" fmla="*/ 2943225 w 2971800"/>
              <a:gd name="csY14" fmla="*/ 0 h 2981325"/>
              <a:gd name="csX15" fmla="*/ 2971800 w 2971800"/>
              <a:gd name="csY15" fmla="*/ 1800225 h 2981325"/>
              <a:gd name="csX16" fmla="*/ 2667000 w 2971800"/>
              <a:gd name="csY16" fmla="*/ 1847850 h 2981325"/>
              <a:gd name="csX17" fmla="*/ 2486025 w 2971800"/>
              <a:gd name="csY17" fmla="*/ 1866900 h 2981325"/>
              <a:gd name="csX18" fmla="*/ 2085975 w 2971800"/>
              <a:gd name="csY18" fmla="*/ 1943100 h 2981325"/>
              <a:gd name="csX19" fmla="*/ 1962150 w 2971800"/>
              <a:gd name="csY19" fmla="*/ 1962150 h 2981325"/>
              <a:gd name="csX20" fmla="*/ 1933575 w 2971800"/>
              <a:gd name="csY20" fmla="*/ 1971675 h 2981325"/>
              <a:gd name="csX21" fmla="*/ 1762125 w 2971800"/>
              <a:gd name="csY21" fmla="*/ 2019300 h 2981325"/>
              <a:gd name="csX22" fmla="*/ 1171575 w 2971800"/>
              <a:gd name="csY22" fmla="*/ 2181225 h 2981325"/>
              <a:gd name="csX23" fmla="*/ 1047750 w 2971800"/>
              <a:gd name="csY23" fmla="*/ 2247900 h 2981325"/>
              <a:gd name="csX24" fmla="*/ 981075 w 2971800"/>
              <a:gd name="csY24" fmla="*/ 2295525 h 2981325"/>
              <a:gd name="csX25" fmla="*/ 609600 w 2971800"/>
              <a:gd name="csY25" fmla="*/ 2476500 h 2981325"/>
              <a:gd name="csX26" fmla="*/ 542925 w 2971800"/>
              <a:gd name="csY26" fmla="*/ 2524125 h 2981325"/>
              <a:gd name="csX27" fmla="*/ 523875 w 2971800"/>
              <a:gd name="csY27" fmla="*/ 2552700 h 2981325"/>
              <a:gd name="csX28" fmla="*/ 381000 w 2971800"/>
              <a:gd name="csY28" fmla="*/ 2695575 h 2981325"/>
              <a:gd name="csX29" fmla="*/ 304800 w 2971800"/>
              <a:gd name="csY29" fmla="*/ 2790825 h 2981325"/>
              <a:gd name="csX30" fmla="*/ 266700 w 2971800"/>
              <a:gd name="csY30" fmla="*/ 2847975 h 2981325"/>
              <a:gd name="csX31" fmla="*/ 247650 w 2971800"/>
              <a:gd name="csY31" fmla="*/ 2886075 h 2981325"/>
              <a:gd name="csX32" fmla="*/ 171450 w 2971800"/>
              <a:gd name="csY32" fmla="*/ 2962275 h 2981325"/>
              <a:gd name="csX33" fmla="*/ 152400 w 2971800"/>
              <a:gd name="csY33" fmla="*/ 2981325 h 2981325"/>
              <a:gd name="csX34" fmla="*/ 57150 w 2971800"/>
              <a:gd name="csY34" fmla="*/ 695325 h 2981325"/>
              <a:gd name="csX35" fmla="*/ 152400 w 2971800"/>
              <a:gd name="csY35" fmla="*/ 704850 h 2981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2971800" h="2981325">
                <a:moveTo>
                  <a:pt x="0" y="714375"/>
                </a:moveTo>
                <a:lnTo>
                  <a:pt x="0" y="714375"/>
                </a:lnTo>
                <a:cubicBezTo>
                  <a:pt x="37785" y="710597"/>
                  <a:pt x="119812" y="703748"/>
                  <a:pt x="161925" y="695325"/>
                </a:cubicBezTo>
                <a:cubicBezTo>
                  <a:pt x="171770" y="693356"/>
                  <a:pt x="180705" y="688004"/>
                  <a:pt x="190500" y="685800"/>
                </a:cubicBezTo>
                <a:cubicBezTo>
                  <a:pt x="307758" y="659417"/>
                  <a:pt x="426564" y="639693"/>
                  <a:pt x="542925" y="609600"/>
                </a:cubicBezTo>
                <a:cubicBezTo>
                  <a:pt x="610968" y="592003"/>
                  <a:pt x="676763" y="566563"/>
                  <a:pt x="742950" y="542925"/>
                </a:cubicBezTo>
                <a:cubicBezTo>
                  <a:pt x="765721" y="534792"/>
                  <a:pt x="786261" y="520580"/>
                  <a:pt x="809625" y="514350"/>
                </a:cubicBezTo>
                <a:cubicBezTo>
                  <a:pt x="834358" y="507754"/>
                  <a:pt x="860425" y="508000"/>
                  <a:pt x="885825" y="504825"/>
                </a:cubicBezTo>
                <a:cubicBezTo>
                  <a:pt x="1014631" y="425560"/>
                  <a:pt x="1018712" y="413923"/>
                  <a:pt x="1171575" y="361950"/>
                </a:cubicBezTo>
                <a:cubicBezTo>
                  <a:pt x="1275228" y="326708"/>
                  <a:pt x="1383235" y="304724"/>
                  <a:pt x="1485900" y="266700"/>
                </a:cubicBezTo>
                <a:cubicBezTo>
                  <a:pt x="1571625" y="234950"/>
                  <a:pt x="1660360" y="210375"/>
                  <a:pt x="1743075" y="171450"/>
                </a:cubicBezTo>
                <a:cubicBezTo>
                  <a:pt x="1797050" y="146050"/>
                  <a:pt x="1845831" y="102836"/>
                  <a:pt x="1905000" y="95250"/>
                </a:cubicBezTo>
                <a:lnTo>
                  <a:pt x="2276475" y="47625"/>
                </a:lnTo>
                <a:cubicBezTo>
                  <a:pt x="2372040" y="33775"/>
                  <a:pt x="2465661" y="0"/>
                  <a:pt x="2562225" y="0"/>
                </a:cubicBezTo>
                <a:lnTo>
                  <a:pt x="2943225" y="0"/>
                </a:lnTo>
                <a:lnTo>
                  <a:pt x="2971800" y="1800225"/>
                </a:lnTo>
                <a:cubicBezTo>
                  <a:pt x="2799175" y="1832592"/>
                  <a:pt x="2840878" y="1827978"/>
                  <a:pt x="2667000" y="1847850"/>
                </a:cubicBezTo>
                <a:cubicBezTo>
                  <a:pt x="2606734" y="1854738"/>
                  <a:pt x="2545884" y="1857087"/>
                  <a:pt x="2486025" y="1866900"/>
                </a:cubicBezTo>
                <a:cubicBezTo>
                  <a:pt x="2352066" y="1888861"/>
                  <a:pt x="2219533" y="1918817"/>
                  <a:pt x="2085975" y="1943100"/>
                </a:cubicBezTo>
                <a:cubicBezTo>
                  <a:pt x="2044888" y="1950570"/>
                  <a:pt x="2003425" y="1955800"/>
                  <a:pt x="1962150" y="1962150"/>
                </a:cubicBezTo>
                <a:cubicBezTo>
                  <a:pt x="1952625" y="1965325"/>
                  <a:pt x="1943229" y="1968917"/>
                  <a:pt x="1933575" y="1971675"/>
                </a:cubicBezTo>
                <a:cubicBezTo>
                  <a:pt x="1876543" y="1987970"/>
                  <a:pt x="1818686" y="2001439"/>
                  <a:pt x="1762125" y="2019300"/>
                </a:cubicBezTo>
                <a:cubicBezTo>
                  <a:pt x="1265702" y="2176065"/>
                  <a:pt x="1550266" y="2115366"/>
                  <a:pt x="1171575" y="2181225"/>
                </a:cubicBezTo>
                <a:cubicBezTo>
                  <a:pt x="1075193" y="2245480"/>
                  <a:pt x="1271914" y="2116039"/>
                  <a:pt x="1047750" y="2247900"/>
                </a:cubicBezTo>
                <a:cubicBezTo>
                  <a:pt x="1024209" y="2261748"/>
                  <a:pt x="1005378" y="2283062"/>
                  <a:pt x="981075" y="2295525"/>
                </a:cubicBezTo>
                <a:cubicBezTo>
                  <a:pt x="937070" y="2318092"/>
                  <a:pt x="708917" y="2412653"/>
                  <a:pt x="609600" y="2476500"/>
                </a:cubicBezTo>
                <a:cubicBezTo>
                  <a:pt x="586625" y="2491269"/>
                  <a:pt x="565150" y="2508250"/>
                  <a:pt x="542925" y="2524125"/>
                </a:cubicBezTo>
                <a:cubicBezTo>
                  <a:pt x="536575" y="2533650"/>
                  <a:pt x="531735" y="2544377"/>
                  <a:pt x="523875" y="2552700"/>
                </a:cubicBezTo>
                <a:cubicBezTo>
                  <a:pt x="477630" y="2601666"/>
                  <a:pt x="423074" y="2642982"/>
                  <a:pt x="381000" y="2695575"/>
                </a:cubicBezTo>
                <a:cubicBezTo>
                  <a:pt x="355600" y="2727325"/>
                  <a:pt x="327354" y="2756994"/>
                  <a:pt x="304800" y="2790825"/>
                </a:cubicBezTo>
                <a:cubicBezTo>
                  <a:pt x="292100" y="2809875"/>
                  <a:pt x="278480" y="2828342"/>
                  <a:pt x="266700" y="2847975"/>
                </a:cubicBezTo>
                <a:cubicBezTo>
                  <a:pt x="259395" y="2860151"/>
                  <a:pt x="256740" y="2875167"/>
                  <a:pt x="247650" y="2886075"/>
                </a:cubicBezTo>
                <a:cubicBezTo>
                  <a:pt x="224654" y="2913670"/>
                  <a:pt x="196850" y="2936875"/>
                  <a:pt x="171450" y="2962275"/>
                </a:cubicBezTo>
                <a:lnTo>
                  <a:pt x="152400" y="2981325"/>
                </a:lnTo>
                <a:lnTo>
                  <a:pt x="57150" y="695325"/>
                </a:lnTo>
                <a:lnTo>
                  <a:pt x="152400" y="704850"/>
                </a:lnTo>
              </a:path>
            </a:pathLst>
          </a:custGeom>
          <a:solidFill>
            <a:schemeClr val="bg2">
              <a:lumMod val="90000"/>
              <a:alpha val="13000"/>
            </a:schemeClr>
          </a:solidFill>
          <a:ln>
            <a:solidFill>
              <a:schemeClr val="accent1">
                <a:shade val="15000"/>
                <a:alpha val="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4381B4-C503-6A69-D738-C671A015C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C3B37F4-5DCF-ED9B-FAE2-1B53E07E32F3}"/>
              </a:ext>
            </a:extLst>
          </p:cNvPr>
          <p:cNvSpPr txBox="1"/>
          <p:nvPr/>
        </p:nvSpPr>
        <p:spPr>
          <a:xfrm>
            <a:off x="4133999" y="684392"/>
            <a:ext cx="3359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second floor is out of bounds.</a:t>
            </a:r>
          </a:p>
        </p:txBody>
      </p:sp>
    </p:spTree>
    <p:extLst>
      <p:ext uri="{BB962C8B-B14F-4D97-AF65-F5344CB8AC3E}">
        <p14:creationId xmlns:p14="http://schemas.microsoft.com/office/powerpoint/2010/main" val="1921505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C7857-0E5F-78B3-EB2D-3C7706CD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FF5FB93F-1D97-DEE1-D18D-4F62244DA7AC}"/>
              </a:ext>
            </a:extLst>
          </p:cNvPr>
          <p:cNvGrpSpPr/>
          <p:nvPr/>
        </p:nvGrpSpPr>
        <p:grpSpPr>
          <a:xfrm>
            <a:off x="-1395147" y="-709248"/>
            <a:ext cx="14346517" cy="8680782"/>
            <a:chOff x="-1395147" y="-709248"/>
            <a:chExt cx="14346517" cy="8680782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BED854A-6780-6B43-6C5B-E9A9C43F1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6DDE237-836D-C4A1-B8EB-805817E92B1D}"/>
                </a:ext>
              </a:extLst>
            </p:cNvPr>
            <p:cNvGrpSpPr/>
            <p:nvPr/>
          </p:nvGrpSpPr>
          <p:grpSpPr>
            <a:xfrm>
              <a:off x="-1395147" y="-709248"/>
              <a:ext cx="14346517" cy="8680782"/>
              <a:chOff x="-1395147" y="-709248"/>
              <a:chExt cx="14346517" cy="8680782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46B6B71-D12B-B6CF-B0EA-F6046FA687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15000"/>
              </a:blip>
              <a:stretch>
                <a:fillRect/>
              </a:stretch>
            </p:blipFill>
            <p:spPr>
              <a:xfrm>
                <a:off x="-459415" y="-709248"/>
                <a:ext cx="12969206" cy="8680782"/>
              </a:xfrm>
              <a:prstGeom prst="rect">
                <a:avLst/>
              </a:prstGeom>
            </p:spPr>
          </p:pic>
          <p:pic>
            <p:nvPicPr>
              <p:cNvPr id="27" name="Picture 2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BD5864DC-A36D-24D3-19C0-9D0A37D819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96933" y="123825"/>
                <a:ext cx="1998133" cy="1123950"/>
              </a:xfrm>
              <a:prstGeom prst="rect">
                <a:avLst/>
              </a:prstGeom>
            </p:spPr>
          </p:pic>
          <p:pic>
            <p:nvPicPr>
              <p:cNvPr id="28" name="Picture 2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51D4FA48-E94B-DB35-320E-3E3D28EB66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19550" y="771160"/>
                <a:ext cx="3877733" cy="2181225"/>
              </a:xfrm>
              <a:prstGeom prst="rect">
                <a:avLst/>
              </a:prstGeom>
            </p:spPr>
          </p:pic>
          <p:pic>
            <p:nvPicPr>
              <p:cNvPr id="29" name="Picture 2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7D9D2403-CC65-56C4-F033-51A9292B8D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67891" y="939471"/>
                <a:ext cx="6096000" cy="3429000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3ECB89E-4C3C-B330-F80F-6A4749B753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r="43742"/>
              <a:stretch>
                <a:fillRect/>
              </a:stretch>
            </p:blipFill>
            <p:spPr>
              <a:xfrm>
                <a:off x="-1395147" y="1861772"/>
                <a:ext cx="5414697" cy="5413920"/>
              </a:xfrm>
              <a:prstGeom prst="rect">
                <a:avLst/>
              </a:prstGeom>
            </p:spPr>
          </p:pic>
          <p:pic>
            <p:nvPicPr>
              <p:cNvPr id="31" name="Picture 30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6F3D194-E6E3-D452-A06B-18C3B2B037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flipH="1">
                <a:off x="7788022" y="1996044"/>
                <a:ext cx="5163348" cy="3429000"/>
              </a:xfrm>
              <a:prstGeom prst="rect">
                <a:avLst/>
              </a:prstGeom>
            </p:spPr>
          </p:pic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AF96CCB-8CBD-1CDB-031A-7CFBAB07C09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866FBD-B68C-E96D-8CED-B64719A56825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4AE4BA4-ED3C-3005-5EBC-30BB80B8A557}"/>
              </a:ext>
            </a:extLst>
          </p:cNvPr>
          <p:cNvGrpSpPr/>
          <p:nvPr/>
        </p:nvGrpSpPr>
        <p:grpSpPr>
          <a:xfrm>
            <a:off x="-448065" y="558546"/>
            <a:ext cx="13178645" cy="7412988"/>
            <a:chOff x="-564135" y="355662"/>
            <a:chExt cx="13178645" cy="741298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5857754-64CA-F12D-5252-9D4CCE9DB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564135" y="355662"/>
              <a:ext cx="13178645" cy="741298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8360CF-2C28-9DE4-53FD-8EE111311A89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What a weird place… Everything looks normal. </a:t>
              </a:r>
            </a:p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What am I supposed to look for again?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7FDF2C6-AC70-5F91-20F8-FFB4EB3F3D9C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33" name="Picture 32">
              <a:hlinkClick r:id="rId14" action="ppaction://hlinksldjump"/>
              <a:extLst>
                <a:ext uri="{FF2B5EF4-FFF2-40B4-BE49-F238E27FC236}">
                  <a16:creationId xmlns:a16="http://schemas.microsoft.com/office/drawing/2014/main" id="{3B040638-1517-3DD7-A06B-1280FF184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1D9A5FA-9FF6-8E0E-9DC6-4987D19E2AA3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1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569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9481E-695A-2B4C-C6C2-251C6A7C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0D9A88A-14DC-3B8C-88DE-0D9465BAAEAD}"/>
              </a:ext>
            </a:extLst>
          </p:cNvPr>
          <p:cNvGrpSpPr/>
          <p:nvPr/>
        </p:nvGrpSpPr>
        <p:grpSpPr>
          <a:xfrm>
            <a:off x="-1395147" y="-709248"/>
            <a:ext cx="14346517" cy="8680782"/>
            <a:chOff x="-1395147" y="-709248"/>
            <a:chExt cx="14346517" cy="868078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6A6B99C-AF6D-1B85-C25B-245F1B772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A6C36D3-C2CF-C0AF-8C58-D6F389AFB108}"/>
                </a:ext>
              </a:extLst>
            </p:cNvPr>
            <p:cNvGrpSpPr/>
            <p:nvPr/>
          </p:nvGrpSpPr>
          <p:grpSpPr>
            <a:xfrm>
              <a:off x="-1395147" y="-709248"/>
              <a:ext cx="14346517" cy="8680782"/>
              <a:chOff x="-1395147" y="-709248"/>
              <a:chExt cx="14346517" cy="868078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ECD7640E-C84D-1DD1-9FBE-1D67A2CFF4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15000"/>
              </a:blip>
              <a:stretch>
                <a:fillRect/>
              </a:stretch>
            </p:blipFill>
            <p:spPr>
              <a:xfrm>
                <a:off x="-459415" y="-709248"/>
                <a:ext cx="12969206" cy="8680782"/>
              </a:xfrm>
              <a:prstGeom prst="rect">
                <a:avLst/>
              </a:prstGeom>
            </p:spPr>
          </p:pic>
          <p:pic>
            <p:nvPicPr>
              <p:cNvPr id="7" name="Picture 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6ED25756-013E-B857-1FAB-7FDCCB2C7B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96933" y="123825"/>
                <a:ext cx="1998133" cy="1123950"/>
              </a:xfrm>
              <a:prstGeom prst="rect">
                <a:avLst/>
              </a:prstGeom>
            </p:spPr>
          </p:pic>
          <p:pic>
            <p:nvPicPr>
              <p:cNvPr id="9" name="Picture 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735E294B-15C3-EC50-0CBA-47A49A0AC3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19550" y="771160"/>
                <a:ext cx="3877733" cy="2181225"/>
              </a:xfrm>
              <a:prstGeom prst="rect">
                <a:avLst/>
              </a:prstGeom>
            </p:spPr>
          </p:pic>
          <p:pic>
            <p:nvPicPr>
              <p:cNvPr id="11" name="Picture 1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7994E169-8465-C64F-1F94-64DB17F219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67891" y="939471"/>
                <a:ext cx="6096000" cy="3429000"/>
              </a:xfrm>
              <a:prstGeom prst="rect">
                <a:avLst/>
              </a:prstGeom>
            </p:spPr>
          </p:pic>
          <p:pic>
            <p:nvPicPr>
              <p:cNvPr id="4" name="Picture 3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C946D4EA-11AE-E2B9-C544-60AB6CE55B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r="43742"/>
              <a:stretch>
                <a:fillRect/>
              </a:stretch>
            </p:blipFill>
            <p:spPr>
              <a:xfrm>
                <a:off x="-1395147" y="1861772"/>
                <a:ext cx="5414697" cy="5413920"/>
              </a:xfrm>
              <a:prstGeom prst="rect">
                <a:avLst/>
              </a:prstGeom>
            </p:spPr>
          </p:pic>
          <p:pic>
            <p:nvPicPr>
              <p:cNvPr id="6" name="Picture 5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6C541D3A-957C-45AA-7DAB-D89E8C3768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r="49505"/>
              <a:stretch>
                <a:fillRect/>
              </a:stretch>
            </p:blipFill>
            <p:spPr>
              <a:xfrm flipH="1">
                <a:off x="10344150" y="1996044"/>
                <a:ext cx="2607220" cy="3429000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F5B2746-2FC9-110C-7981-380CEE41CA50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4" action="ppaction://hlinksldjump"/>
            <a:extLst>
              <a:ext uri="{FF2B5EF4-FFF2-40B4-BE49-F238E27FC236}">
                <a16:creationId xmlns:a16="http://schemas.microsoft.com/office/drawing/2014/main" id="{8D630F6B-9146-E4CA-E970-9F4103553A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8728441" flipH="1">
            <a:off x="5250688" y="2687029"/>
            <a:ext cx="749289" cy="74721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AA90468-B96D-C83F-FAC7-B301BCA2F0FD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</p:spTree>
    <p:extLst>
      <p:ext uri="{BB962C8B-B14F-4D97-AF65-F5344CB8AC3E}">
        <p14:creationId xmlns:p14="http://schemas.microsoft.com/office/powerpoint/2010/main" val="1259911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B8F21-4583-220A-7348-AC09D4FE4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9D075D9-295A-1A79-55D9-2A48245E75C4}"/>
              </a:ext>
            </a:extLst>
          </p:cNvPr>
          <p:cNvGrpSpPr/>
          <p:nvPr/>
        </p:nvGrpSpPr>
        <p:grpSpPr>
          <a:xfrm>
            <a:off x="-2442899" y="-3413966"/>
            <a:ext cx="23147620" cy="14006148"/>
            <a:chOff x="-1395147" y="-709248"/>
            <a:chExt cx="14346517" cy="868078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FCB9177-9AFF-19A5-D21D-0F5FD078E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BA7AA3B-197D-E54A-78CD-A7D3A24035D1}"/>
                </a:ext>
              </a:extLst>
            </p:cNvPr>
            <p:cNvGrpSpPr/>
            <p:nvPr/>
          </p:nvGrpSpPr>
          <p:grpSpPr>
            <a:xfrm>
              <a:off x="-1395147" y="-709248"/>
              <a:ext cx="14346517" cy="8680782"/>
              <a:chOff x="-1395147" y="-709248"/>
              <a:chExt cx="14346517" cy="868078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7CAA2C8A-2B3B-957F-E754-A7C6D25274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15000"/>
              </a:blip>
              <a:stretch>
                <a:fillRect/>
              </a:stretch>
            </p:blipFill>
            <p:spPr>
              <a:xfrm>
                <a:off x="-459415" y="-709248"/>
                <a:ext cx="12969206" cy="8680782"/>
              </a:xfrm>
              <a:prstGeom prst="rect">
                <a:avLst/>
              </a:prstGeom>
            </p:spPr>
          </p:pic>
          <p:pic>
            <p:nvPicPr>
              <p:cNvPr id="7" name="Picture 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6A67A4AE-46B2-5F5D-476B-5D378ACEF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96933" y="123825"/>
                <a:ext cx="1998133" cy="1123950"/>
              </a:xfrm>
              <a:prstGeom prst="rect">
                <a:avLst/>
              </a:prstGeom>
            </p:spPr>
          </p:pic>
          <p:pic>
            <p:nvPicPr>
              <p:cNvPr id="9" name="Picture 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F85AB468-05A3-BB67-DB28-63758BA8DC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19550" y="771160"/>
                <a:ext cx="3877733" cy="2181225"/>
              </a:xfrm>
              <a:prstGeom prst="rect">
                <a:avLst/>
              </a:prstGeom>
            </p:spPr>
          </p:pic>
          <p:pic>
            <p:nvPicPr>
              <p:cNvPr id="11" name="Picture 1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4B599F60-E67D-47B0-8017-B1D7C9539F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67891" y="939471"/>
                <a:ext cx="6096000" cy="34290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FCF2409-9B2E-92DE-CAD4-770F195CFC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r="43742"/>
              <a:stretch>
                <a:fillRect/>
              </a:stretch>
            </p:blipFill>
            <p:spPr>
              <a:xfrm>
                <a:off x="-1395147" y="1861772"/>
                <a:ext cx="5414697" cy="5413920"/>
              </a:xfrm>
              <a:prstGeom prst="rect">
                <a:avLst/>
              </a:prstGeom>
            </p:spPr>
          </p:pic>
          <p:pic>
            <p:nvPicPr>
              <p:cNvPr id="6" name="Picture 5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C0D52A4E-2C97-91BA-7804-62092B078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r="49505"/>
              <a:stretch>
                <a:fillRect/>
              </a:stretch>
            </p:blipFill>
            <p:spPr>
              <a:xfrm flipH="1">
                <a:off x="10344150" y="1996044"/>
                <a:ext cx="2607220" cy="3429000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79C07BA-F26B-18B9-8620-157DFC36B030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3" action="ppaction://hlinksldjump"/>
            <a:extLst>
              <a:ext uri="{FF2B5EF4-FFF2-40B4-BE49-F238E27FC236}">
                <a16:creationId xmlns:a16="http://schemas.microsoft.com/office/drawing/2014/main" id="{CB3B1B33-3CF6-489E-7A43-4E4F710F08E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728441" flipH="1">
            <a:off x="7767220" y="1838635"/>
            <a:ext cx="1320998" cy="13173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5E6D0DD-0C81-9E8D-50F9-5BA4172E2D55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pic>
        <p:nvPicPr>
          <p:cNvPr id="5" name="Picture 4">
            <a:hlinkClick r:id="rId15" action="ppaction://hlinksldjump"/>
            <a:extLst>
              <a:ext uri="{FF2B5EF4-FFF2-40B4-BE49-F238E27FC236}">
                <a16:creationId xmlns:a16="http://schemas.microsoft.com/office/drawing/2014/main" id="{5FC0228D-6ADC-7663-EEC8-6B0253631F8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15772" y="3528845"/>
            <a:ext cx="986971" cy="55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64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176C9-0BDF-F44C-35BE-3B2A2B764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A9921C25-66F9-EAD6-F952-1ABBF4A89FB0}"/>
              </a:ext>
            </a:extLst>
          </p:cNvPr>
          <p:cNvGrpSpPr/>
          <p:nvPr/>
        </p:nvGrpSpPr>
        <p:grpSpPr>
          <a:xfrm>
            <a:off x="-2442899" y="-3413966"/>
            <a:ext cx="23147620" cy="14006148"/>
            <a:chOff x="-1395147" y="-709248"/>
            <a:chExt cx="14346517" cy="868078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25E802B-F9E0-9D5C-A987-9796A4E15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98C24E2-B0EB-3D9B-43E1-DBAD7871E31B}"/>
                </a:ext>
              </a:extLst>
            </p:cNvPr>
            <p:cNvGrpSpPr/>
            <p:nvPr/>
          </p:nvGrpSpPr>
          <p:grpSpPr>
            <a:xfrm>
              <a:off x="-1395147" y="-709248"/>
              <a:ext cx="14346517" cy="8680782"/>
              <a:chOff x="-1395147" y="-709248"/>
              <a:chExt cx="14346517" cy="868078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21C91F6C-2740-23CD-7820-AD129496D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15000"/>
              </a:blip>
              <a:stretch>
                <a:fillRect/>
              </a:stretch>
            </p:blipFill>
            <p:spPr>
              <a:xfrm>
                <a:off x="-459415" y="-709248"/>
                <a:ext cx="12969206" cy="8680782"/>
              </a:xfrm>
              <a:prstGeom prst="rect">
                <a:avLst/>
              </a:prstGeom>
            </p:spPr>
          </p:pic>
          <p:pic>
            <p:nvPicPr>
              <p:cNvPr id="7" name="Picture 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9ABAA1BB-6B24-2BCA-754E-7794E75714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96933" y="123825"/>
                <a:ext cx="1998133" cy="1123950"/>
              </a:xfrm>
              <a:prstGeom prst="rect">
                <a:avLst/>
              </a:prstGeom>
            </p:spPr>
          </p:pic>
          <p:pic>
            <p:nvPicPr>
              <p:cNvPr id="9" name="Picture 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6CDFF659-4317-B99D-9006-F89BB501A2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19550" y="771160"/>
                <a:ext cx="3877733" cy="2181225"/>
              </a:xfrm>
              <a:prstGeom prst="rect">
                <a:avLst/>
              </a:prstGeom>
            </p:spPr>
          </p:pic>
          <p:pic>
            <p:nvPicPr>
              <p:cNvPr id="11" name="Picture 1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728486FF-D4F6-CC6E-EE4B-0075454671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67891" y="939471"/>
                <a:ext cx="6096000" cy="34290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60597D74-71D3-2E4C-06D2-BDC89A364F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r="43742"/>
              <a:stretch>
                <a:fillRect/>
              </a:stretch>
            </p:blipFill>
            <p:spPr>
              <a:xfrm>
                <a:off x="-1395147" y="1861772"/>
                <a:ext cx="5414697" cy="5413920"/>
              </a:xfrm>
              <a:prstGeom prst="rect">
                <a:avLst/>
              </a:prstGeom>
            </p:spPr>
          </p:pic>
          <p:pic>
            <p:nvPicPr>
              <p:cNvPr id="6" name="Picture 5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E652ED55-382A-25A9-9CEF-81AC3F0953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r="49505"/>
              <a:stretch>
                <a:fillRect/>
              </a:stretch>
            </p:blipFill>
            <p:spPr>
              <a:xfrm flipH="1">
                <a:off x="10344150" y="1996044"/>
                <a:ext cx="2607220" cy="3429000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4744190-6114-4CD2-167C-4CA19A96D657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3" action="ppaction://hlinksldjump"/>
            <a:extLst>
              <a:ext uri="{FF2B5EF4-FFF2-40B4-BE49-F238E27FC236}">
                <a16:creationId xmlns:a16="http://schemas.microsoft.com/office/drawing/2014/main" id="{19FAC6AC-0490-BCF0-F1F4-52D71060512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728441" flipH="1">
            <a:off x="7767220" y="1838635"/>
            <a:ext cx="1320998" cy="13173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3E001D3-7A83-0701-B7FC-E95EBD602B5D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585DDA-D920-CA0D-E79E-3559C546A224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005F6B2-0FE8-A7C5-A50F-51E8F1A74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FD2696-FF61-8D02-0AF2-0B32B205C1E4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A fingerprint! I wonder if this will relate.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429F01-4DB9-3695-6977-A22362E2F0FD}"/>
              </a:ext>
            </a:extLst>
          </p:cNvPr>
          <p:cNvGrpSpPr/>
          <p:nvPr/>
        </p:nvGrpSpPr>
        <p:grpSpPr>
          <a:xfrm>
            <a:off x="5988844" y="3757492"/>
            <a:ext cx="3096080" cy="962568"/>
            <a:chOff x="6583364" y="4577702"/>
            <a:chExt cx="3096080" cy="962568"/>
          </a:xfrm>
        </p:grpSpPr>
        <p:pic>
          <p:nvPicPr>
            <p:cNvPr id="14" name="Picture 13">
              <a:hlinkClick r:id="rId16" action="ppaction://hlinksldjump"/>
              <a:extLst>
                <a:ext uri="{FF2B5EF4-FFF2-40B4-BE49-F238E27FC236}">
                  <a16:creationId xmlns:a16="http://schemas.microsoft.com/office/drawing/2014/main" id="{4778CCF3-21B1-359A-5180-769868F99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3096080" cy="96256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4CA3F5-8F65-755A-FD98-A1CA629E7AEF}"/>
                </a:ext>
              </a:extLst>
            </p:cNvPr>
            <p:cNvSpPr txBox="1"/>
            <p:nvPr/>
          </p:nvSpPr>
          <p:spPr>
            <a:xfrm>
              <a:off x="6841314" y="4842887"/>
              <a:ext cx="25170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1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Keep Searching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pic>
        <p:nvPicPr>
          <p:cNvPr id="5" name="Picture 4">
            <a:hlinkClick r:id="rId18" action="ppaction://hlinksldjump"/>
            <a:extLst>
              <a:ext uri="{FF2B5EF4-FFF2-40B4-BE49-F238E27FC236}">
                <a16:creationId xmlns:a16="http://schemas.microsoft.com/office/drawing/2014/main" id="{C924DFDB-378A-8CAD-5BED-3171B6C65B4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77332" y="3637988"/>
            <a:ext cx="1603138" cy="90176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282D407-C824-CC12-A13E-C57AADC18A26}"/>
              </a:ext>
            </a:extLst>
          </p:cNvPr>
          <p:cNvGrpSpPr/>
          <p:nvPr/>
        </p:nvGrpSpPr>
        <p:grpSpPr>
          <a:xfrm>
            <a:off x="5988844" y="4506428"/>
            <a:ext cx="3096080" cy="962568"/>
            <a:chOff x="6583364" y="4577702"/>
            <a:chExt cx="3096080" cy="962568"/>
          </a:xfrm>
        </p:grpSpPr>
        <p:pic>
          <p:nvPicPr>
            <p:cNvPr id="18" name="Picture 17">
              <a:hlinkClick r:id="rId20" action="ppaction://hlinksldjump"/>
              <a:extLst>
                <a:ext uri="{FF2B5EF4-FFF2-40B4-BE49-F238E27FC236}">
                  <a16:creationId xmlns:a16="http://schemas.microsoft.com/office/drawing/2014/main" id="{98CE4B0A-5E67-8B50-9A7B-8500DB056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3096080" cy="96256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1819B74-933F-412C-9069-50ECC7B78DEB}"/>
                </a:ext>
              </a:extLst>
            </p:cNvPr>
            <p:cNvSpPr txBox="1"/>
            <p:nvPr/>
          </p:nvSpPr>
          <p:spPr>
            <a:xfrm>
              <a:off x="6841314" y="4842887"/>
              <a:ext cx="2613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20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Leave, no return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8532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58684-0CE0-F080-2C0C-0E3CA18A1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AB7E7A42-92EF-A4D6-7F7D-501D4EB8D09D}"/>
              </a:ext>
            </a:extLst>
          </p:cNvPr>
          <p:cNvGrpSpPr/>
          <p:nvPr/>
        </p:nvGrpSpPr>
        <p:grpSpPr>
          <a:xfrm>
            <a:off x="-8124824" y="-1871299"/>
            <a:ext cx="21485770" cy="13000597"/>
            <a:chOff x="-1395147" y="-709248"/>
            <a:chExt cx="14346517" cy="868078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6BE348D-8886-A4B5-B3B4-82C46EA41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B9DD312-9E1C-DD3E-9B2E-646A862BF961}"/>
                </a:ext>
              </a:extLst>
            </p:cNvPr>
            <p:cNvGrpSpPr/>
            <p:nvPr/>
          </p:nvGrpSpPr>
          <p:grpSpPr>
            <a:xfrm>
              <a:off x="-1395147" y="-709248"/>
              <a:ext cx="14346517" cy="8680782"/>
              <a:chOff x="-1395147" y="-709248"/>
              <a:chExt cx="14346517" cy="868078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0BB8D3E-EE44-C5AC-36FA-3D52FD62A2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15000"/>
              </a:blip>
              <a:stretch>
                <a:fillRect/>
              </a:stretch>
            </p:blipFill>
            <p:spPr>
              <a:xfrm>
                <a:off x="-459415" y="-709248"/>
                <a:ext cx="12969206" cy="8680782"/>
              </a:xfrm>
              <a:prstGeom prst="rect">
                <a:avLst/>
              </a:prstGeom>
            </p:spPr>
          </p:pic>
          <p:pic>
            <p:nvPicPr>
              <p:cNvPr id="7" name="Picture 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E2F6EC28-78E8-7B7A-A294-572F688580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96933" y="123825"/>
                <a:ext cx="1998133" cy="112395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4631439-7289-EC4E-3A41-20D1DA6A1C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19550" y="771160"/>
                <a:ext cx="3877733" cy="2181225"/>
              </a:xfrm>
              <a:prstGeom prst="rect">
                <a:avLst/>
              </a:prstGeom>
            </p:spPr>
          </p:pic>
          <p:pic>
            <p:nvPicPr>
              <p:cNvPr id="11" name="Picture 10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D08EF932-E024-294F-9CB2-B2818987AE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67891" y="939349"/>
                <a:ext cx="6096000" cy="34290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10F078D-8523-2580-8E46-76F3301ACD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1395147" y="1861772"/>
                <a:ext cx="9624747" cy="5413920"/>
              </a:xfrm>
              <a:prstGeom prst="rect">
                <a:avLst/>
              </a:prstGeom>
            </p:spPr>
          </p:pic>
          <p:pic>
            <p:nvPicPr>
              <p:cNvPr id="6" name="Picture 5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1D74A82F-7050-CA58-2BDE-0131417010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flipH="1">
                <a:off x="7788022" y="1996044"/>
                <a:ext cx="5163348" cy="3429000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7200CE-59E8-52B6-0500-17D5D8D1507F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3" action="ppaction://hlinksldjump"/>
            <a:extLst>
              <a:ext uri="{FF2B5EF4-FFF2-40B4-BE49-F238E27FC236}">
                <a16:creationId xmlns:a16="http://schemas.microsoft.com/office/drawing/2014/main" id="{36BA4866-CFFD-CC0D-0C29-C8279F1409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728441" flipH="1">
            <a:off x="1253489" y="3016922"/>
            <a:ext cx="1288405" cy="128483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1B9A16D-EF13-77D5-C095-D035626AF1BE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</p:spTree>
    <p:extLst>
      <p:ext uri="{BB962C8B-B14F-4D97-AF65-F5344CB8AC3E}">
        <p14:creationId xmlns:p14="http://schemas.microsoft.com/office/powerpoint/2010/main" val="1892105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09DA52-5866-090A-14E0-48C1CE388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82118E9-673C-AACC-3118-BFBD2CCF1115}"/>
              </a:ext>
            </a:extLst>
          </p:cNvPr>
          <p:cNvGrpSpPr/>
          <p:nvPr/>
        </p:nvGrpSpPr>
        <p:grpSpPr>
          <a:xfrm>
            <a:off x="-13314078" y="-1918730"/>
            <a:ext cx="36822023" cy="22280248"/>
            <a:chOff x="-1395147" y="-709248"/>
            <a:chExt cx="14346517" cy="868078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1DEDCF9-9D69-6717-BD6D-A818666E0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6C7E569-C5C0-0562-B55F-F346F9AB3DED}"/>
                </a:ext>
              </a:extLst>
            </p:cNvPr>
            <p:cNvGrpSpPr/>
            <p:nvPr/>
          </p:nvGrpSpPr>
          <p:grpSpPr>
            <a:xfrm>
              <a:off x="-1395147" y="-709248"/>
              <a:ext cx="14346517" cy="8680782"/>
              <a:chOff x="-1395147" y="-709248"/>
              <a:chExt cx="14346517" cy="868078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6BBC394-83D1-D0AA-1982-941363933E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15000"/>
              </a:blip>
              <a:stretch>
                <a:fillRect/>
              </a:stretch>
            </p:blipFill>
            <p:spPr>
              <a:xfrm>
                <a:off x="-459415" y="-709248"/>
                <a:ext cx="12969206" cy="8680782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FB6AE45-866D-6687-7C1D-0D541A770A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96933" y="123825"/>
                <a:ext cx="1998133" cy="112395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EC1C9D1-94AE-4AB5-2300-47F9DD57C4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19550" y="771160"/>
                <a:ext cx="3877733" cy="2181225"/>
              </a:xfrm>
              <a:prstGeom prst="rect">
                <a:avLst/>
              </a:prstGeom>
            </p:spPr>
          </p:pic>
          <p:pic>
            <p:nvPicPr>
              <p:cNvPr id="11" name="Picture 10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688B17F4-6909-227D-0EAE-F6F711C462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67891" y="939349"/>
                <a:ext cx="6096000" cy="34290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E56B3729-397F-B6F2-9524-B6F32ED9AA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395147" y="1861772"/>
                <a:ext cx="9624747" cy="5413920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BE4CC3A-2538-CE57-0B5B-6384C976D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flipH="1">
                <a:off x="7788022" y="1996044"/>
                <a:ext cx="5163348" cy="3429000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14F2042-9072-CA50-8A94-1AA2A02676D3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1" action="ppaction://hlinksldjump"/>
            <a:extLst>
              <a:ext uri="{FF2B5EF4-FFF2-40B4-BE49-F238E27FC236}">
                <a16:creationId xmlns:a16="http://schemas.microsoft.com/office/drawing/2014/main" id="{59C0F917-B25F-0CD5-1F25-FB3D612098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8728441" flipH="1">
            <a:off x="2576569" y="6784221"/>
            <a:ext cx="2024377" cy="201877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D58782F-24B8-8677-751D-BDF63AB41377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C50839-DDBD-9331-1084-7FCCE29AB1D0}"/>
              </a:ext>
            </a:extLst>
          </p:cNvPr>
          <p:cNvGrpSpPr/>
          <p:nvPr/>
        </p:nvGrpSpPr>
        <p:grpSpPr>
          <a:xfrm>
            <a:off x="-564135" y="355662"/>
            <a:ext cx="13178645" cy="7412988"/>
            <a:chOff x="-564135" y="355662"/>
            <a:chExt cx="13178645" cy="74129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9BD2B9-634C-11D8-E196-48022CB46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564135" y="355662"/>
              <a:ext cx="13178645" cy="741298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2C45E4-0373-47E4-04F7-76B77CBFB884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Time of crime – 4:00 – 5:00PM. How is it still 5PM? </a:t>
              </a:r>
            </a:p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Maybe the clock is broken.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1155D2-31F5-6735-8455-6A90CB993B64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3" name="Picture 12">
              <a:hlinkClick r:id="rId14" action="ppaction://hlinksldjump"/>
              <a:extLst>
                <a:ext uri="{FF2B5EF4-FFF2-40B4-BE49-F238E27FC236}">
                  <a16:creationId xmlns:a16="http://schemas.microsoft.com/office/drawing/2014/main" id="{6C186A2F-BEBB-261D-E258-96D1B84EE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622E0A-4BDD-EE76-FE9A-5B1DD04CE08A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1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6425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D4F6D-62A0-1218-409E-666235613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DD58E97-2DB9-0A61-2558-A493F5EC5001}"/>
              </a:ext>
            </a:extLst>
          </p:cNvPr>
          <p:cNvGrpSpPr/>
          <p:nvPr/>
        </p:nvGrpSpPr>
        <p:grpSpPr>
          <a:xfrm>
            <a:off x="-8946242" y="-1720713"/>
            <a:ext cx="24705220" cy="14948620"/>
            <a:chOff x="-1395147" y="-709248"/>
            <a:chExt cx="14346517" cy="868078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D879C4C-4838-96CE-BDAE-68364FABB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E106B38-A932-2119-C3AD-86CCD9CF7841}"/>
                </a:ext>
              </a:extLst>
            </p:cNvPr>
            <p:cNvGrpSpPr/>
            <p:nvPr/>
          </p:nvGrpSpPr>
          <p:grpSpPr>
            <a:xfrm>
              <a:off x="-1395147" y="-709248"/>
              <a:ext cx="14346517" cy="8680782"/>
              <a:chOff x="-1395147" y="-709248"/>
              <a:chExt cx="14346517" cy="8680782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5A36011-BEB9-0DA4-715F-B8FC7A332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15000"/>
              </a:blip>
              <a:stretch>
                <a:fillRect/>
              </a:stretch>
            </p:blipFill>
            <p:spPr>
              <a:xfrm>
                <a:off x="-459415" y="-709248"/>
                <a:ext cx="12969206" cy="8680782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2B3DFB8-C7D1-84E9-9980-43A2540E97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96933" y="123825"/>
                <a:ext cx="1998133" cy="112395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E05DFEE-B207-F226-BDE0-05915D0046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19550" y="771160"/>
                <a:ext cx="3877733" cy="2181225"/>
              </a:xfrm>
              <a:prstGeom prst="rect">
                <a:avLst/>
              </a:prstGeom>
            </p:spPr>
          </p:pic>
          <p:pic>
            <p:nvPicPr>
              <p:cNvPr id="11" name="Picture 10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2A47E60C-2BF8-E144-1231-2AAB2BADA4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67891" y="939349"/>
                <a:ext cx="6096000" cy="34290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FE706FCC-4912-4571-858A-375A8919BD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r="45506"/>
              <a:stretch>
                <a:fillRect/>
              </a:stretch>
            </p:blipFill>
            <p:spPr>
              <a:xfrm>
                <a:off x="-1395147" y="1861772"/>
                <a:ext cx="5244935" cy="5413920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54A2D43-7E7C-DE4F-2A5C-EB128C7CDF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flipH="1">
                <a:off x="7788022" y="1996044"/>
                <a:ext cx="5163348" cy="3429000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88F065F-4928-BC1F-27ED-B1D0D4EB394F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1" action="ppaction://hlinksldjump"/>
            <a:extLst>
              <a:ext uri="{FF2B5EF4-FFF2-40B4-BE49-F238E27FC236}">
                <a16:creationId xmlns:a16="http://schemas.microsoft.com/office/drawing/2014/main" id="{4C3C27A5-C9B6-054B-0E57-563AB4C090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8728441" flipH="1">
            <a:off x="1866424" y="3841120"/>
            <a:ext cx="1543605" cy="153933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9139D2D-57D9-9314-5EEB-B67609A950DB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2F263-1D78-70E6-02BF-3B3A5ED91EA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37732" t="45119" r="47261" b="34707"/>
          <a:stretch>
            <a:fillRect/>
          </a:stretch>
        </p:blipFill>
        <p:spPr>
          <a:xfrm>
            <a:off x="6574169" y="4486274"/>
            <a:ext cx="914855" cy="69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39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62F0F-21D2-57A7-8219-F93E39A3E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BE64B6-AC26-20A9-9DA3-37EA5B53F9F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5C0BB86-4C3B-9FC7-ACF6-CB71AF7B85B8}"/>
              </a:ext>
            </a:extLst>
          </p:cNvPr>
          <p:cNvGrpSpPr/>
          <p:nvPr/>
        </p:nvGrpSpPr>
        <p:grpSpPr>
          <a:xfrm>
            <a:off x="-7844589" y="-3596827"/>
            <a:ext cx="29410570" cy="17795730"/>
            <a:chOff x="-1395147" y="-709248"/>
            <a:chExt cx="14346517" cy="868078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4CFA401-ACAC-D787-2A30-B417CA369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6F7D629-BBF8-C84A-8A3B-710B4FC6160F}"/>
                </a:ext>
              </a:extLst>
            </p:cNvPr>
            <p:cNvGrpSpPr/>
            <p:nvPr/>
          </p:nvGrpSpPr>
          <p:grpSpPr>
            <a:xfrm>
              <a:off x="-1395147" y="-709248"/>
              <a:ext cx="14346517" cy="8680782"/>
              <a:chOff x="-1395147" y="-709248"/>
              <a:chExt cx="14346517" cy="8680782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0C5A6E0D-7201-10D0-68B5-CE7BB16D30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15000"/>
              </a:blip>
              <a:stretch>
                <a:fillRect/>
              </a:stretch>
            </p:blipFill>
            <p:spPr>
              <a:xfrm>
                <a:off x="-459415" y="-709248"/>
                <a:ext cx="12969206" cy="8680782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BF42DE43-69B2-3075-CC27-FD6AC84B60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96933" y="123825"/>
                <a:ext cx="1998133" cy="1123950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5803374-8162-4445-51D2-BBD69D0564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19550" y="771160"/>
                <a:ext cx="3877733" cy="2181225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20CC1110-BBE1-360E-08AA-CE581B4057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67891" y="939349"/>
                <a:ext cx="6096000" cy="3429000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F0BEA231-1563-B2CD-B031-C31168730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395147" y="1861772"/>
                <a:ext cx="9624747" cy="5413920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FB10B8AE-C557-6363-E055-B316625DD0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7788022" y="1996044"/>
                <a:ext cx="5163348" cy="3429000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A5886A0-7215-E7A6-C82D-8830FD1F5F24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9" name="Picture 28">
            <a:hlinkClick r:id="rId10" action="ppaction://hlinksldjump"/>
            <a:extLst>
              <a:ext uri="{FF2B5EF4-FFF2-40B4-BE49-F238E27FC236}">
                <a16:creationId xmlns:a16="http://schemas.microsoft.com/office/drawing/2014/main" id="{3B1F332A-655C-C82D-9D56-CBD21D1E0F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3564634" y="1184909"/>
            <a:ext cx="4960112" cy="49463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D54243-46B1-0D23-17D8-97BD645241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280824" y="287446"/>
            <a:ext cx="10791009" cy="63841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559A77-2088-6CD6-1F55-F502D175987F}"/>
              </a:ext>
            </a:extLst>
          </p:cNvPr>
          <p:cNvSpPr txBox="1"/>
          <p:nvPr/>
        </p:nvSpPr>
        <p:spPr>
          <a:xfrm>
            <a:off x="4868954" y="175420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DD7A99-528A-63E9-503C-A3F2FEC291E4}"/>
              </a:ext>
            </a:extLst>
          </p:cNvPr>
          <p:cNvGrpSpPr/>
          <p:nvPr/>
        </p:nvGrpSpPr>
        <p:grpSpPr>
          <a:xfrm>
            <a:off x="7615362" y="755481"/>
            <a:ext cx="683029" cy="962568"/>
            <a:chOff x="6583364" y="4577702"/>
            <a:chExt cx="683029" cy="962568"/>
          </a:xfrm>
        </p:grpSpPr>
        <p:pic>
          <p:nvPicPr>
            <p:cNvPr id="12" name="Picture 11">
              <a:hlinkClick r:id="rId13" action="ppaction://hlinksldjump"/>
              <a:extLst>
                <a:ext uri="{FF2B5EF4-FFF2-40B4-BE49-F238E27FC236}">
                  <a16:creationId xmlns:a16="http://schemas.microsoft.com/office/drawing/2014/main" id="{493FC9B8-184B-FBB3-75F7-96BA6E7C0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755427F-ED96-61F8-BEFC-7C8E86A5AC83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1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451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13A142-2C02-89E1-FD97-772C2AAEA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03DC86F-B381-6DDF-4429-25521345B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FE9180D-43F3-7361-78F8-A81BFD9EC9D7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182DE5-3063-1E91-53B8-586C03097BEC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Freeform: Shape 13">
            <a:hlinkClick r:id="rId4" action="ppaction://hlinksldjump"/>
            <a:extLst>
              <a:ext uri="{FF2B5EF4-FFF2-40B4-BE49-F238E27FC236}">
                <a16:creationId xmlns:a16="http://schemas.microsoft.com/office/drawing/2014/main" id="{2ACA1900-C9D4-FEF6-A1DA-7F0E46B2E39F}"/>
              </a:ext>
            </a:extLst>
          </p:cNvPr>
          <p:cNvSpPr/>
          <p:nvPr/>
        </p:nvSpPr>
        <p:spPr>
          <a:xfrm flipH="1">
            <a:off x="8031389" y="1999116"/>
            <a:ext cx="1765753" cy="2993798"/>
          </a:xfrm>
          <a:custGeom>
            <a:avLst/>
            <a:gdLst>
              <a:gd name="csX0" fmla="*/ 0 w 2971800"/>
              <a:gd name="csY0" fmla="*/ 714375 h 2981325"/>
              <a:gd name="csX1" fmla="*/ 0 w 2971800"/>
              <a:gd name="csY1" fmla="*/ 714375 h 2981325"/>
              <a:gd name="csX2" fmla="*/ 161925 w 2971800"/>
              <a:gd name="csY2" fmla="*/ 695325 h 2981325"/>
              <a:gd name="csX3" fmla="*/ 190500 w 2971800"/>
              <a:gd name="csY3" fmla="*/ 685800 h 2981325"/>
              <a:gd name="csX4" fmla="*/ 542925 w 2971800"/>
              <a:gd name="csY4" fmla="*/ 609600 h 2981325"/>
              <a:gd name="csX5" fmla="*/ 742950 w 2971800"/>
              <a:gd name="csY5" fmla="*/ 542925 h 2981325"/>
              <a:gd name="csX6" fmla="*/ 809625 w 2971800"/>
              <a:gd name="csY6" fmla="*/ 514350 h 2981325"/>
              <a:gd name="csX7" fmla="*/ 885825 w 2971800"/>
              <a:gd name="csY7" fmla="*/ 504825 h 2981325"/>
              <a:gd name="csX8" fmla="*/ 1171575 w 2971800"/>
              <a:gd name="csY8" fmla="*/ 361950 h 2981325"/>
              <a:gd name="csX9" fmla="*/ 1485900 w 2971800"/>
              <a:gd name="csY9" fmla="*/ 266700 h 2981325"/>
              <a:gd name="csX10" fmla="*/ 1743075 w 2971800"/>
              <a:gd name="csY10" fmla="*/ 171450 h 2981325"/>
              <a:gd name="csX11" fmla="*/ 1905000 w 2971800"/>
              <a:gd name="csY11" fmla="*/ 95250 h 2981325"/>
              <a:gd name="csX12" fmla="*/ 2276475 w 2971800"/>
              <a:gd name="csY12" fmla="*/ 47625 h 2981325"/>
              <a:gd name="csX13" fmla="*/ 2562225 w 2971800"/>
              <a:gd name="csY13" fmla="*/ 0 h 2981325"/>
              <a:gd name="csX14" fmla="*/ 2943225 w 2971800"/>
              <a:gd name="csY14" fmla="*/ 0 h 2981325"/>
              <a:gd name="csX15" fmla="*/ 2971800 w 2971800"/>
              <a:gd name="csY15" fmla="*/ 1800225 h 2981325"/>
              <a:gd name="csX16" fmla="*/ 2667000 w 2971800"/>
              <a:gd name="csY16" fmla="*/ 1847850 h 2981325"/>
              <a:gd name="csX17" fmla="*/ 2486025 w 2971800"/>
              <a:gd name="csY17" fmla="*/ 1866900 h 2981325"/>
              <a:gd name="csX18" fmla="*/ 2085975 w 2971800"/>
              <a:gd name="csY18" fmla="*/ 1943100 h 2981325"/>
              <a:gd name="csX19" fmla="*/ 1962150 w 2971800"/>
              <a:gd name="csY19" fmla="*/ 1962150 h 2981325"/>
              <a:gd name="csX20" fmla="*/ 1933575 w 2971800"/>
              <a:gd name="csY20" fmla="*/ 1971675 h 2981325"/>
              <a:gd name="csX21" fmla="*/ 1762125 w 2971800"/>
              <a:gd name="csY21" fmla="*/ 2019300 h 2981325"/>
              <a:gd name="csX22" fmla="*/ 1171575 w 2971800"/>
              <a:gd name="csY22" fmla="*/ 2181225 h 2981325"/>
              <a:gd name="csX23" fmla="*/ 1047750 w 2971800"/>
              <a:gd name="csY23" fmla="*/ 2247900 h 2981325"/>
              <a:gd name="csX24" fmla="*/ 981075 w 2971800"/>
              <a:gd name="csY24" fmla="*/ 2295525 h 2981325"/>
              <a:gd name="csX25" fmla="*/ 609600 w 2971800"/>
              <a:gd name="csY25" fmla="*/ 2476500 h 2981325"/>
              <a:gd name="csX26" fmla="*/ 542925 w 2971800"/>
              <a:gd name="csY26" fmla="*/ 2524125 h 2981325"/>
              <a:gd name="csX27" fmla="*/ 523875 w 2971800"/>
              <a:gd name="csY27" fmla="*/ 2552700 h 2981325"/>
              <a:gd name="csX28" fmla="*/ 381000 w 2971800"/>
              <a:gd name="csY28" fmla="*/ 2695575 h 2981325"/>
              <a:gd name="csX29" fmla="*/ 304800 w 2971800"/>
              <a:gd name="csY29" fmla="*/ 2790825 h 2981325"/>
              <a:gd name="csX30" fmla="*/ 266700 w 2971800"/>
              <a:gd name="csY30" fmla="*/ 2847975 h 2981325"/>
              <a:gd name="csX31" fmla="*/ 247650 w 2971800"/>
              <a:gd name="csY31" fmla="*/ 2886075 h 2981325"/>
              <a:gd name="csX32" fmla="*/ 171450 w 2971800"/>
              <a:gd name="csY32" fmla="*/ 2962275 h 2981325"/>
              <a:gd name="csX33" fmla="*/ 152400 w 2971800"/>
              <a:gd name="csY33" fmla="*/ 2981325 h 2981325"/>
              <a:gd name="csX34" fmla="*/ 57150 w 2971800"/>
              <a:gd name="csY34" fmla="*/ 695325 h 2981325"/>
              <a:gd name="csX35" fmla="*/ 152400 w 2971800"/>
              <a:gd name="csY35" fmla="*/ 704850 h 2981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2971800" h="2981325">
                <a:moveTo>
                  <a:pt x="0" y="714375"/>
                </a:moveTo>
                <a:lnTo>
                  <a:pt x="0" y="714375"/>
                </a:lnTo>
                <a:cubicBezTo>
                  <a:pt x="37785" y="710597"/>
                  <a:pt x="119812" y="703748"/>
                  <a:pt x="161925" y="695325"/>
                </a:cubicBezTo>
                <a:cubicBezTo>
                  <a:pt x="171770" y="693356"/>
                  <a:pt x="180705" y="688004"/>
                  <a:pt x="190500" y="685800"/>
                </a:cubicBezTo>
                <a:cubicBezTo>
                  <a:pt x="307758" y="659417"/>
                  <a:pt x="426564" y="639693"/>
                  <a:pt x="542925" y="609600"/>
                </a:cubicBezTo>
                <a:cubicBezTo>
                  <a:pt x="610968" y="592003"/>
                  <a:pt x="676763" y="566563"/>
                  <a:pt x="742950" y="542925"/>
                </a:cubicBezTo>
                <a:cubicBezTo>
                  <a:pt x="765721" y="534792"/>
                  <a:pt x="786261" y="520580"/>
                  <a:pt x="809625" y="514350"/>
                </a:cubicBezTo>
                <a:cubicBezTo>
                  <a:pt x="834358" y="507754"/>
                  <a:pt x="860425" y="508000"/>
                  <a:pt x="885825" y="504825"/>
                </a:cubicBezTo>
                <a:cubicBezTo>
                  <a:pt x="1014631" y="425560"/>
                  <a:pt x="1018712" y="413923"/>
                  <a:pt x="1171575" y="361950"/>
                </a:cubicBezTo>
                <a:cubicBezTo>
                  <a:pt x="1275228" y="326708"/>
                  <a:pt x="1383235" y="304724"/>
                  <a:pt x="1485900" y="266700"/>
                </a:cubicBezTo>
                <a:cubicBezTo>
                  <a:pt x="1571625" y="234950"/>
                  <a:pt x="1660360" y="210375"/>
                  <a:pt x="1743075" y="171450"/>
                </a:cubicBezTo>
                <a:cubicBezTo>
                  <a:pt x="1797050" y="146050"/>
                  <a:pt x="1845831" y="102836"/>
                  <a:pt x="1905000" y="95250"/>
                </a:cubicBezTo>
                <a:lnTo>
                  <a:pt x="2276475" y="47625"/>
                </a:lnTo>
                <a:cubicBezTo>
                  <a:pt x="2372040" y="33775"/>
                  <a:pt x="2465661" y="0"/>
                  <a:pt x="2562225" y="0"/>
                </a:cubicBezTo>
                <a:lnTo>
                  <a:pt x="2943225" y="0"/>
                </a:lnTo>
                <a:lnTo>
                  <a:pt x="2971800" y="1800225"/>
                </a:lnTo>
                <a:cubicBezTo>
                  <a:pt x="2799175" y="1832592"/>
                  <a:pt x="2840878" y="1827978"/>
                  <a:pt x="2667000" y="1847850"/>
                </a:cubicBezTo>
                <a:cubicBezTo>
                  <a:pt x="2606734" y="1854738"/>
                  <a:pt x="2545884" y="1857087"/>
                  <a:pt x="2486025" y="1866900"/>
                </a:cubicBezTo>
                <a:cubicBezTo>
                  <a:pt x="2352066" y="1888861"/>
                  <a:pt x="2219533" y="1918817"/>
                  <a:pt x="2085975" y="1943100"/>
                </a:cubicBezTo>
                <a:cubicBezTo>
                  <a:pt x="2044888" y="1950570"/>
                  <a:pt x="2003425" y="1955800"/>
                  <a:pt x="1962150" y="1962150"/>
                </a:cubicBezTo>
                <a:cubicBezTo>
                  <a:pt x="1952625" y="1965325"/>
                  <a:pt x="1943229" y="1968917"/>
                  <a:pt x="1933575" y="1971675"/>
                </a:cubicBezTo>
                <a:cubicBezTo>
                  <a:pt x="1876543" y="1987970"/>
                  <a:pt x="1818686" y="2001439"/>
                  <a:pt x="1762125" y="2019300"/>
                </a:cubicBezTo>
                <a:cubicBezTo>
                  <a:pt x="1265702" y="2176065"/>
                  <a:pt x="1550266" y="2115366"/>
                  <a:pt x="1171575" y="2181225"/>
                </a:cubicBezTo>
                <a:cubicBezTo>
                  <a:pt x="1075193" y="2245480"/>
                  <a:pt x="1271914" y="2116039"/>
                  <a:pt x="1047750" y="2247900"/>
                </a:cubicBezTo>
                <a:cubicBezTo>
                  <a:pt x="1024209" y="2261748"/>
                  <a:pt x="1005378" y="2283062"/>
                  <a:pt x="981075" y="2295525"/>
                </a:cubicBezTo>
                <a:cubicBezTo>
                  <a:pt x="937070" y="2318092"/>
                  <a:pt x="708917" y="2412653"/>
                  <a:pt x="609600" y="2476500"/>
                </a:cubicBezTo>
                <a:cubicBezTo>
                  <a:pt x="586625" y="2491269"/>
                  <a:pt x="565150" y="2508250"/>
                  <a:pt x="542925" y="2524125"/>
                </a:cubicBezTo>
                <a:cubicBezTo>
                  <a:pt x="536575" y="2533650"/>
                  <a:pt x="531735" y="2544377"/>
                  <a:pt x="523875" y="2552700"/>
                </a:cubicBezTo>
                <a:cubicBezTo>
                  <a:pt x="477630" y="2601666"/>
                  <a:pt x="423074" y="2642982"/>
                  <a:pt x="381000" y="2695575"/>
                </a:cubicBezTo>
                <a:cubicBezTo>
                  <a:pt x="355600" y="2727325"/>
                  <a:pt x="327354" y="2756994"/>
                  <a:pt x="304800" y="2790825"/>
                </a:cubicBezTo>
                <a:cubicBezTo>
                  <a:pt x="292100" y="2809875"/>
                  <a:pt x="278480" y="2828342"/>
                  <a:pt x="266700" y="2847975"/>
                </a:cubicBezTo>
                <a:cubicBezTo>
                  <a:pt x="259395" y="2860151"/>
                  <a:pt x="256740" y="2875167"/>
                  <a:pt x="247650" y="2886075"/>
                </a:cubicBezTo>
                <a:cubicBezTo>
                  <a:pt x="224654" y="2913670"/>
                  <a:pt x="196850" y="2936875"/>
                  <a:pt x="171450" y="2962275"/>
                </a:cubicBezTo>
                <a:lnTo>
                  <a:pt x="152400" y="2981325"/>
                </a:lnTo>
                <a:lnTo>
                  <a:pt x="57150" y="695325"/>
                </a:lnTo>
                <a:lnTo>
                  <a:pt x="152400" y="704850"/>
                </a:lnTo>
              </a:path>
            </a:pathLst>
          </a:custGeom>
          <a:solidFill>
            <a:schemeClr val="bg2">
              <a:lumMod val="90000"/>
              <a:alpha val="13000"/>
            </a:schemeClr>
          </a:solidFill>
          <a:ln>
            <a:solidFill>
              <a:schemeClr val="accent1">
                <a:shade val="15000"/>
                <a:alpha val="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C5070D-F71C-61B9-1EAA-A237E8FAF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B600DD2-2E6D-41AA-9E66-F7448D4D6D60}"/>
              </a:ext>
            </a:extLst>
          </p:cNvPr>
          <p:cNvSpPr txBox="1"/>
          <p:nvPr/>
        </p:nvSpPr>
        <p:spPr>
          <a:xfrm>
            <a:off x="4133999" y="684392"/>
            <a:ext cx="3359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second floor is out of bounds.</a:t>
            </a:r>
          </a:p>
        </p:txBody>
      </p:sp>
    </p:spTree>
    <p:extLst>
      <p:ext uri="{BB962C8B-B14F-4D97-AF65-F5344CB8AC3E}">
        <p14:creationId xmlns:p14="http://schemas.microsoft.com/office/powerpoint/2010/main" val="4124027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922584-FF7C-B684-46E1-D77D0CB6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ECCCCCBF-B81E-6D60-EC53-0E33A6AF29B0}"/>
              </a:ext>
            </a:extLst>
          </p:cNvPr>
          <p:cNvGrpSpPr/>
          <p:nvPr/>
        </p:nvGrpSpPr>
        <p:grpSpPr>
          <a:xfrm>
            <a:off x="0" y="0"/>
            <a:ext cx="15145657" cy="6858000"/>
            <a:chOff x="0" y="0"/>
            <a:chExt cx="15145657" cy="6858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DE313AE-AAC0-B998-656B-5BBBEE4E4AE4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76EBDBD-4969-4184-7D24-734F7FD353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34849009-B341-3B35-4460-CB95C0EFED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0000" r="22857"/>
              <a:stretch>
                <a:fillRect/>
              </a:stretch>
            </p:blipFill>
            <p:spPr>
              <a:xfrm>
                <a:off x="1640114" y="1868619"/>
                <a:ext cx="2032000" cy="4211052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09582E21-36B1-4A86-9856-FE1F43BE73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B427F830-9310-BFE5-8355-5250D8531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DA5EAA1-30D7-94FA-49FD-E39224C5A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CF8BC34-5AF8-7EA2-BE1E-3B18FBB685FB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DAF9A8E-B466-6462-97D7-14AED3A6A7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951" y="3429000"/>
            <a:ext cx="9760106" cy="3429000"/>
          </a:xfrm>
          <a:prstGeom prst="rect">
            <a:avLst/>
          </a:prstGeom>
        </p:spPr>
      </p:pic>
      <p:pic>
        <p:nvPicPr>
          <p:cNvPr id="3" name="Picture 2">
            <a:hlinkClick r:id="rId9" action="ppaction://hlinksldjump"/>
            <a:extLst>
              <a:ext uri="{FF2B5EF4-FFF2-40B4-BE49-F238E27FC236}">
                <a16:creationId xmlns:a16="http://schemas.microsoft.com/office/drawing/2014/main" id="{B8E9B82D-98A0-D4EB-2A4C-6338ECDBFFF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5678" t="5836" r="40282"/>
          <a:stretch>
            <a:fillRect/>
          </a:stretch>
        </p:blipFill>
        <p:spPr>
          <a:xfrm flipH="1">
            <a:off x="1362792" y="778329"/>
            <a:ext cx="1820389" cy="713055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CE4151E-6125-E1E5-1663-D3E3DB9FA9D5}"/>
              </a:ext>
            </a:extLst>
          </p:cNvPr>
          <p:cNvGrpSpPr/>
          <p:nvPr/>
        </p:nvGrpSpPr>
        <p:grpSpPr>
          <a:xfrm>
            <a:off x="-564135" y="4057650"/>
            <a:ext cx="13178645" cy="3711000"/>
            <a:chOff x="-564135" y="4057650"/>
            <a:chExt cx="13178645" cy="37110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6E83A85-99B4-0D5B-FB6A-BCAAF041A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49939" b="-1"/>
            <a:stretch>
              <a:fillRect/>
            </a:stretch>
          </p:blipFill>
          <p:spPr>
            <a:xfrm>
              <a:off x="-564135" y="4057650"/>
              <a:ext cx="13178645" cy="37110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8BE5297-37EA-9A51-700C-854B4F78421C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Hmm. Dirty, old room. Must be untouched for long.</a:t>
              </a:r>
            </a:p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What kind of Atrium is this? So rusted out.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C60022-2234-A21A-F074-9231C4A65F47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24" name="Picture 23">
              <a:hlinkClick r:id="rId12" action="ppaction://hlinksldjump"/>
              <a:extLst>
                <a:ext uri="{FF2B5EF4-FFF2-40B4-BE49-F238E27FC236}">
                  <a16:creationId xmlns:a16="http://schemas.microsoft.com/office/drawing/2014/main" id="{B6231F3E-974B-23D8-1FF6-F0F2A60EC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3330317-A768-FB29-1BC2-35D6C481895B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12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3420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EB0DD-A53D-E715-2134-82163565D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ECF23AA-3FA3-550B-CE0D-049418BB1520}"/>
              </a:ext>
            </a:extLst>
          </p:cNvPr>
          <p:cNvGrpSpPr/>
          <p:nvPr/>
        </p:nvGrpSpPr>
        <p:grpSpPr>
          <a:xfrm>
            <a:off x="0" y="0"/>
            <a:ext cx="15145657" cy="6858000"/>
            <a:chOff x="0" y="0"/>
            <a:chExt cx="15145657" cy="6858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136484-571F-8ED6-3376-0C8811D1EB5B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2937BA0-CA85-E4A6-D371-982E34B707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286BDFDB-6D9E-904F-EDF7-A3D1539824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0000" r="22857"/>
              <a:stretch>
                <a:fillRect/>
              </a:stretch>
            </p:blipFill>
            <p:spPr>
              <a:xfrm>
                <a:off x="1640114" y="1868619"/>
                <a:ext cx="2032000" cy="4211052"/>
              </a:xfrm>
              <a:prstGeom prst="rect">
                <a:avLst/>
              </a:prstGeom>
            </p:spPr>
          </p:pic>
          <p:pic>
            <p:nvPicPr>
              <p:cNvPr id="8" name="Picture 7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91F46542-1B61-D606-0122-C41F354FF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10" name="Picture 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9BB597FE-1131-4397-907C-80803B9966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hlinkClick r:id="rId9" action="ppaction://hlinksldjump"/>
              <a:extLst>
                <a:ext uri="{FF2B5EF4-FFF2-40B4-BE49-F238E27FC236}">
                  <a16:creationId xmlns:a16="http://schemas.microsoft.com/office/drawing/2014/main" id="{CF1DDA54-7215-3BF0-E944-65D288C6C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9199E5D-5A7C-D157-50CD-BC0D7708D807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  <p:pic>
        <p:nvPicPr>
          <p:cNvPr id="3" name="Picture 2">
            <a:hlinkClick r:id="rId11" action="ppaction://hlinksldjump"/>
            <a:extLst>
              <a:ext uri="{FF2B5EF4-FFF2-40B4-BE49-F238E27FC236}">
                <a16:creationId xmlns:a16="http://schemas.microsoft.com/office/drawing/2014/main" id="{E67574EA-AB5C-8D4D-6769-E735772D3BF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5678" t="5836" r="40282"/>
          <a:stretch>
            <a:fillRect/>
          </a:stretch>
        </p:blipFill>
        <p:spPr>
          <a:xfrm flipH="1">
            <a:off x="1362792" y="778329"/>
            <a:ext cx="1820389" cy="713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430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2195A-D333-1B1B-B37E-D36E8CE98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75E58CF-BB92-81A7-F81F-DEC6DEC6F753}"/>
              </a:ext>
            </a:extLst>
          </p:cNvPr>
          <p:cNvGrpSpPr/>
          <p:nvPr/>
        </p:nvGrpSpPr>
        <p:grpSpPr>
          <a:xfrm>
            <a:off x="-13019314" y="-7321334"/>
            <a:ext cx="31314571" cy="14179334"/>
            <a:chOff x="0" y="0"/>
            <a:chExt cx="15145657" cy="6858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78913D0-C858-7C1B-40B9-45616C8393CC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851B83D-4E0D-6C6B-F094-C8477D4A8D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9187AC8F-5842-9912-7439-3EC54FD95E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0000" r="22857"/>
              <a:stretch>
                <a:fillRect/>
              </a:stretch>
            </p:blipFill>
            <p:spPr>
              <a:xfrm>
                <a:off x="1640114" y="1868619"/>
                <a:ext cx="2032000" cy="4211052"/>
              </a:xfrm>
              <a:prstGeom prst="rect">
                <a:avLst/>
              </a:prstGeom>
            </p:spPr>
          </p:pic>
          <p:pic>
            <p:nvPicPr>
              <p:cNvPr id="8" name="Picture 7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ED7B6879-E5C8-EF98-0906-CF14CF512B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10" name="Picture 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E492446E-A608-3323-EB07-AAAC6BA278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hlinkClick r:id="rId9" action="ppaction://hlinksldjump"/>
              <a:extLst>
                <a:ext uri="{FF2B5EF4-FFF2-40B4-BE49-F238E27FC236}">
                  <a16:creationId xmlns:a16="http://schemas.microsoft.com/office/drawing/2014/main" id="{A4702AA2-5C34-F12D-DEEF-D14B9C70C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E8A8235-C166-33D6-DB0F-26D5445863AA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</p:spTree>
    <p:extLst>
      <p:ext uri="{BB962C8B-B14F-4D97-AF65-F5344CB8AC3E}">
        <p14:creationId xmlns:p14="http://schemas.microsoft.com/office/powerpoint/2010/main" val="3285418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F5230-EC18-D193-FE30-DEF75384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36D5974-C353-7A5A-CDBD-D4B9983E45B1}"/>
              </a:ext>
            </a:extLst>
          </p:cNvPr>
          <p:cNvGrpSpPr/>
          <p:nvPr/>
        </p:nvGrpSpPr>
        <p:grpSpPr>
          <a:xfrm>
            <a:off x="-10073822" y="-3705680"/>
            <a:ext cx="27845657" cy="12608599"/>
            <a:chOff x="0" y="0"/>
            <a:chExt cx="15145657" cy="6858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A7352D8-1166-20BC-65FC-1AB8D5B43917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82F1E62-30D8-EFE2-2AB9-A371E7E7D3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40CDAE8-4187-2D68-DFE7-1C40C104CD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0000" r="22857"/>
              <a:stretch>
                <a:fillRect/>
              </a:stretch>
            </p:blipFill>
            <p:spPr>
              <a:xfrm>
                <a:off x="1640114" y="1868619"/>
                <a:ext cx="2032000" cy="4211052"/>
              </a:xfrm>
              <a:prstGeom prst="rect">
                <a:avLst/>
              </a:prstGeom>
            </p:spPr>
          </p:pic>
          <p:pic>
            <p:nvPicPr>
              <p:cNvPr id="8" name="Picture 7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57C7C773-EA67-9DB5-DC23-2D5D1C972B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10" name="Picture 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8BC9D195-7B60-661F-07B2-E2C7AA5BCB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hlinkClick r:id="rId9" action="ppaction://hlinksldjump"/>
              <a:extLst>
                <a:ext uri="{FF2B5EF4-FFF2-40B4-BE49-F238E27FC236}">
                  <a16:creationId xmlns:a16="http://schemas.microsoft.com/office/drawing/2014/main" id="{D32B2ED6-6358-3730-E8E7-1FDF0EC4F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04AFFE9-C315-BA54-49E3-F9032A2F553C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</p:spTree>
    <p:extLst>
      <p:ext uri="{BB962C8B-B14F-4D97-AF65-F5344CB8AC3E}">
        <p14:creationId xmlns:p14="http://schemas.microsoft.com/office/powerpoint/2010/main" val="256265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CD009-F417-2A3F-E38C-556B4800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404080E3-8268-AD85-5C17-6C596365DA7B}"/>
              </a:ext>
            </a:extLst>
          </p:cNvPr>
          <p:cNvGrpSpPr/>
          <p:nvPr/>
        </p:nvGrpSpPr>
        <p:grpSpPr>
          <a:xfrm>
            <a:off x="-5109820" y="-2220685"/>
            <a:ext cx="23303477" cy="10551886"/>
            <a:chOff x="0" y="0"/>
            <a:chExt cx="15145657" cy="6858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746D87-DE79-5C5A-2C92-258DB0D79E80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F7D2435-072D-16C2-A383-063F50D926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FBD97E42-4228-3C84-D436-3BE2310977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0000" r="22857"/>
              <a:stretch>
                <a:fillRect/>
              </a:stretch>
            </p:blipFill>
            <p:spPr>
              <a:xfrm>
                <a:off x="1640114" y="1868619"/>
                <a:ext cx="2032000" cy="4211052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0EC2D9D-722F-F7F1-C791-A170B0F42F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10" name="Picture 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52C41C3-2651-C69C-5CA7-4C05383C85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C654518-86DE-F79E-D9C2-8F2F3D1E4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ABE0A9C-7797-B604-71C6-08F2587A29A7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</p:spTree>
    <p:extLst>
      <p:ext uri="{BB962C8B-B14F-4D97-AF65-F5344CB8AC3E}">
        <p14:creationId xmlns:p14="http://schemas.microsoft.com/office/powerpoint/2010/main" val="3952338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516376-435D-8C6D-9A35-7E97985B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3EDE3C7-486F-7A36-BEAB-2CCC0BB8073C}"/>
              </a:ext>
            </a:extLst>
          </p:cNvPr>
          <p:cNvGrpSpPr/>
          <p:nvPr/>
        </p:nvGrpSpPr>
        <p:grpSpPr>
          <a:xfrm>
            <a:off x="-3014553" y="-3367314"/>
            <a:ext cx="35602206" cy="16120788"/>
            <a:chOff x="0" y="0"/>
            <a:chExt cx="15145657" cy="6858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7A5A3B4-871B-756A-BE96-82C10EE5B893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7" name="Picture 1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220F8BD0-B47D-72E6-722A-DF2D7721B3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002D723A-014F-D469-1E14-696C04F9FB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18" t="18571" r="22857"/>
              <a:stretch>
                <a:fillRect/>
              </a:stretch>
            </p:blipFill>
            <p:spPr>
              <a:xfrm>
                <a:off x="1851049" y="2650670"/>
                <a:ext cx="1821066" cy="3429001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D3DDA306-7B5A-C107-A4AB-EE1F9ECEFE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3DA3F40A-A0C8-9E11-84A9-7E2EAF8ABE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7E2FD2-A606-B398-EDC9-2A7CAD7B0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DA160C5-AC35-4023-FBE6-D1C2ACB00EBC}"/>
              </a:ext>
            </a:extLst>
          </p:cNvPr>
          <p:cNvSpPr txBox="1"/>
          <p:nvPr/>
        </p:nvSpPr>
        <p:spPr>
          <a:xfrm>
            <a:off x="251428" y="210882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  <p:pic>
        <p:nvPicPr>
          <p:cNvPr id="12" name="Picture 11">
            <a:hlinkClick r:id="rId9" action="ppaction://hlinksldjump"/>
            <a:extLst>
              <a:ext uri="{FF2B5EF4-FFF2-40B4-BE49-F238E27FC236}">
                <a16:creationId xmlns:a16="http://schemas.microsoft.com/office/drawing/2014/main" id="{EBEF7E19-37C7-CCB0-C4BE-5B705267FB6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5678" t="5836" r="40282"/>
          <a:stretch>
            <a:fillRect/>
          </a:stretch>
        </p:blipFill>
        <p:spPr>
          <a:xfrm>
            <a:off x="1336624" y="0"/>
            <a:ext cx="3359258" cy="1315836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0D84352-B2C0-5EE9-1538-D18FCCAAC123}"/>
              </a:ext>
            </a:extLst>
          </p:cNvPr>
          <p:cNvGrpSpPr/>
          <p:nvPr/>
        </p:nvGrpSpPr>
        <p:grpSpPr>
          <a:xfrm>
            <a:off x="1766141" y="355662"/>
            <a:ext cx="10848369" cy="7412987"/>
            <a:chOff x="1766141" y="355662"/>
            <a:chExt cx="10848369" cy="741298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313AE79-A9DE-F3E2-6390-7AB0BE3D2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7682"/>
            <a:stretch>
              <a:fillRect/>
            </a:stretch>
          </p:blipFill>
          <p:spPr>
            <a:xfrm>
              <a:off x="1766141" y="355662"/>
              <a:ext cx="10848369" cy="741298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39B5B1-D9D6-8871-8B03-94E40891FE7C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Why are you here?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A1BA3D5-F6D3-568B-E1B5-0A3E79AFE480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21A59B7-FF78-FA10-856A-DCCD46380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E8FDFF-1E99-FF1B-3AB2-F629C262EB7A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5860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0823F-4FF0-3354-D6EA-CB3C9AE77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18C1F5B-1C7C-4EB1-4156-889EA56A4E66}"/>
              </a:ext>
            </a:extLst>
          </p:cNvPr>
          <p:cNvGrpSpPr/>
          <p:nvPr/>
        </p:nvGrpSpPr>
        <p:grpSpPr>
          <a:xfrm>
            <a:off x="-3014553" y="-3367314"/>
            <a:ext cx="35602206" cy="16120788"/>
            <a:chOff x="0" y="0"/>
            <a:chExt cx="15145657" cy="6858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B369E00-7DCA-0BE2-7B4C-F691A34766EF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7" name="Picture 1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3AFCA5E-6921-6B58-ADCD-2CCD1C4385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BA84758E-647E-95DB-7398-81C6795865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18" t="18571" r="22857"/>
              <a:stretch>
                <a:fillRect/>
              </a:stretch>
            </p:blipFill>
            <p:spPr>
              <a:xfrm>
                <a:off x="1851049" y="2650670"/>
                <a:ext cx="1821066" cy="3429001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113CB12-113E-6207-DF57-61C3D12990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04134452-B4E2-73D9-5200-8C02449474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AD225BD-9A46-1880-22C3-218CE0B27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AE2C96E-F459-4462-6DDC-9C5ACFFDAF6C}"/>
              </a:ext>
            </a:extLst>
          </p:cNvPr>
          <p:cNvSpPr txBox="1"/>
          <p:nvPr/>
        </p:nvSpPr>
        <p:spPr>
          <a:xfrm>
            <a:off x="251428" y="210882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  <p:pic>
        <p:nvPicPr>
          <p:cNvPr id="4" name="Picture 3">
            <a:hlinkClick r:id="rId9" action="ppaction://hlinksldjump"/>
            <a:extLst>
              <a:ext uri="{FF2B5EF4-FFF2-40B4-BE49-F238E27FC236}">
                <a16:creationId xmlns:a16="http://schemas.microsoft.com/office/drawing/2014/main" id="{DC40C4F0-E55E-08DC-DBD4-00CE8B15B4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695978" y="-765862"/>
            <a:ext cx="13924230" cy="1392423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97A61A2-0C06-0927-F15C-1274CB795701}"/>
              </a:ext>
            </a:extLst>
          </p:cNvPr>
          <p:cNvGrpSpPr/>
          <p:nvPr/>
        </p:nvGrpSpPr>
        <p:grpSpPr>
          <a:xfrm>
            <a:off x="1611171" y="355662"/>
            <a:ext cx="11003339" cy="7412988"/>
            <a:chOff x="1611171" y="355662"/>
            <a:chExt cx="11003339" cy="741298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81CE8E-149D-6482-B058-15A3040CC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6507"/>
            <a:stretch>
              <a:fillRect/>
            </a:stretch>
          </p:blipFill>
          <p:spPr>
            <a:xfrm>
              <a:off x="1611171" y="355662"/>
              <a:ext cx="11003339" cy="741298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A6659CD-D682-936B-F453-63ED17DA393A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I’m a detective investigating the Victoria case. May I have your name, sir? And have you seen anything? Any screaming or struggle?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A5252C9-2706-BE13-7D69-BD5D65D5C02D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25015F8-9F67-8EF7-661F-0970A18D2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C002AB1-6AA9-B4A1-FDF9-C5794AA158E9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7239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F65BC2-FADC-2B67-73DB-EC57E0A8F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A961B52-9552-FBA0-83B0-2B031E76A3B4}"/>
              </a:ext>
            </a:extLst>
          </p:cNvPr>
          <p:cNvGrpSpPr/>
          <p:nvPr/>
        </p:nvGrpSpPr>
        <p:grpSpPr>
          <a:xfrm>
            <a:off x="-3014553" y="-3367314"/>
            <a:ext cx="35602206" cy="16120788"/>
            <a:chOff x="0" y="0"/>
            <a:chExt cx="15145657" cy="6858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3DA9DF9-0912-B8BD-2F58-5B3594C0F788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7" name="Picture 1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AD69051F-15D8-6801-0E25-61B0D5FEF3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8EBA51D1-E509-88C5-BDF5-D8C3897BA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18" t="18571" r="22857"/>
              <a:stretch>
                <a:fillRect/>
              </a:stretch>
            </p:blipFill>
            <p:spPr>
              <a:xfrm>
                <a:off x="1851049" y="2650670"/>
                <a:ext cx="1821066" cy="3429001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44FEDA38-26DD-1C49-9B6D-E6421F66A0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31AEA27B-D562-988E-3F9C-F28B9989F7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2193154-EC91-FCC0-9A86-DD4CCA608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DB45202-ADDB-D51C-1779-D57681F377FB}"/>
              </a:ext>
            </a:extLst>
          </p:cNvPr>
          <p:cNvSpPr txBox="1"/>
          <p:nvPr/>
        </p:nvSpPr>
        <p:spPr>
          <a:xfrm>
            <a:off x="251428" y="210882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  <p:pic>
        <p:nvPicPr>
          <p:cNvPr id="16" name="Picture 15">
            <a:hlinkClick r:id="rId9" action="ppaction://hlinksldjump"/>
            <a:extLst>
              <a:ext uri="{FF2B5EF4-FFF2-40B4-BE49-F238E27FC236}">
                <a16:creationId xmlns:a16="http://schemas.microsoft.com/office/drawing/2014/main" id="{DBCC74D6-762F-6F6B-ECB5-26E9905E872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-3695978" y="-765862"/>
            <a:ext cx="13924230" cy="1392423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94C2C41-03D5-FFEF-1F5C-4A4FDFE8106C}"/>
              </a:ext>
            </a:extLst>
          </p:cNvPr>
          <p:cNvGrpSpPr/>
          <p:nvPr/>
        </p:nvGrpSpPr>
        <p:grpSpPr>
          <a:xfrm>
            <a:off x="1766141" y="355662"/>
            <a:ext cx="10848369" cy="7412987"/>
            <a:chOff x="1766141" y="355662"/>
            <a:chExt cx="10848369" cy="741298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75D3D0-2898-D45E-37BD-2C34F3575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7682"/>
            <a:stretch>
              <a:fillRect/>
            </a:stretch>
          </p:blipFill>
          <p:spPr>
            <a:xfrm>
              <a:off x="1766141" y="355662"/>
              <a:ext cx="10848369" cy="741298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567562-5043-E919-4C24-6A11696C5FDD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Ah she’s my ex, serves her good. </a:t>
              </a:r>
            </a:p>
            <a:p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And no I didn’t see anything, I’m also innocent.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6B2F92F-CB04-6D8F-005E-443FEA0D1B8A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A7540C4-E816-01BF-2608-646AE9E96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E999C45-64A5-52B7-9E00-6AD980ED5334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8373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F0F41-AC56-5F24-2ADB-0893C5C0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AC4145C-55C4-9CED-F426-243A045CEFDA}"/>
              </a:ext>
            </a:extLst>
          </p:cNvPr>
          <p:cNvGrpSpPr/>
          <p:nvPr/>
        </p:nvGrpSpPr>
        <p:grpSpPr>
          <a:xfrm>
            <a:off x="-3014553" y="-3367314"/>
            <a:ext cx="35602206" cy="16120788"/>
            <a:chOff x="0" y="0"/>
            <a:chExt cx="15145657" cy="6858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B442717-A74B-C008-8A90-028DBBF8E052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7" name="Picture 1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766C8F52-D336-BDD9-9710-6FC487B7B0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0773F009-6E26-94E7-54EE-D8CF512198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18" t="18571" r="22857"/>
              <a:stretch>
                <a:fillRect/>
              </a:stretch>
            </p:blipFill>
            <p:spPr>
              <a:xfrm>
                <a:off x="1851049" y="2650670"/>
                <a:ext cx="1821066" cy="3429001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10BBCDB-930D-EF01-526C-368D934B34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2F8E68B1-CC55-709C-4FE8-63A318CC23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FB05B89-CF68-621C-3497-EF8403E9A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875C990-1DB1-F11F-4617-0EB5C116B752}"/>
              </a:ext>
            </a:extLst>
          </p:cNvPr>
          <p:cNvSpPr txBox="1"/>
          <p:nvPr/>
        </p:nvSpPr>
        <p:spPr>
          <a:xfrm>
            <a:off x="251428" y="210882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  <p:pic>
        <p:nvPicPr>
          <p:cNvPr id="4" name="Picture 3">
            <a:hlinkClick r:id="rId9" action="ppaction://hlinksldjump"/>
            <a:extLst>
              <a:ext uri="{FF2B5EF4-FFF2-40B4-BE49-F238E27FC236}">
                <a16:creationId xmlns:a16="http://schemas.microsoft.com/office/drawing/2014/main" id="{9798A1C6-12D6-D78B-15BA-0CC521AF549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5678" t="5836" r="40282"/>
          <a:stretch>
            <a:fillRect/>
          </a:stretch>
        </p:blipFill>
        <p:spPr>
          <a:xfrm>
            <a:off x="1336624" y="0"/>
            <a:ext cx="3359258" cy="1315836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4B06-F4C5-926F-A260-3EFE42A98665}"/>
              </a:ext>
            </a:extLst>
          </p:cNvPr>
          <p:cNvGrpSpPr/>
          <p:nvPr/>
        </p:nvGrpSpPr>
        <p:grpSpPr>
          <a:xfrm>
            <a:off x="1766141" y="355662"/>
            <a:ext cx="10848369" cy="7412988"/>
            <a:chOff x="1766141" y="355662"/>
            <a:chExt cx="10848369" cy="741298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F5BCDEE-48A4-2D5D-72C2-72D85098A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7682"/>
            <a:stretch>
              <a:fillRect/>
            </a:stretch>
          </p:blipFill>
          <p:spPr>
            <a:xfrm>
              <a:off x="1766141" y="355662"/>
              <a:ext cx="10848369" cy="741298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308041-B752-7A8B-6103-E53B18027F9F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Ah, Brian. Why are you sitting here blankly then?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8E5B41D-EF48-3FEA-EA9E-68003C8CDA48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A224B34-E587-098A-75A1-020282E3F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889A598-282D-72CE-E749-D0122DF55F09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9643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A6D95-50D3-0A50-77DC-F004D0F8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C054978-D344-5B01-A988-953240017D2D}"/>
              </a:ext>
            </a:extLst>
          </p:cNvPr>
          <p:cNvGrpSpPr/>
          <p:nvPr/>
        </p:nvGrpSpPr>
        <p:grpSpPr>
          <a:xfrm>
            <a:off x="-3014553" y="-3367314"/>
            <a:ext cx="35602206" cy="16120788"/>
            <a:chOff x="0" y="0"/>
            <a:chExt cx="15145657" cy="6858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C392F8E-ED62-CBDC-44F8-EA8CC277836A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7" name="Picture 1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B799E61-B93D-E7D7-D3C0-273B73549C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638D74C2-39DA-4C56-482D-CD7B7DDF52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18" t="18571" r="22857"/>
              <a:stretch>
                <a:fillRect/>
              </a:stretch>
            </p:blipFill>
            <p:spPr>
              <a:xfrm>
                <a:off x="1851049" y="2650670"/>
                <a:ext cx="1821066" cy="3429001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F422E101-EFA8-25CE-63DF-AFEB7143B4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4B322897-AE34-DF76-228C-35C02E5E17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ADD251-9B20-9A04-A3E8-6235D4DF1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383943-01E0-266B-7D64-23BB88AC7BBE}"/>
              </a:ext>
            </a:extLst>
          </p:cNvPr>
          <p:cNvSpPr txBox="1"/>
          <p:nvPr/>
        </p:nvSpPr>
        <p:spPr>
          <a:xfrm>
            <a:off x="251428" y="210882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  <p:pic>
        <p:nvPicPr>
          <p:cNvPr id="16" name="Picture 15">
            <a:hlinkClick r:id="rId9" action="ppaction://hlinksldjump"/>
            <a:extLst>
              <a:ext uri="{FF2B5EF4-FFF2-40B4-BE49-F238E27FC236}">
                <a16:creationId xmlns:a16="http://schemas.microsoft.com/office/drawing/2014/main" id="{5CE2BB02-FF47-80C2-C603-90C0BCF7F8E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-3695978" y="-765862"/>
            <a:ext cx="13924230" cy="1392423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EB3069A-1F31-4C58-3764-26508E135813}"/>
              </a:ext>
            </a:extLst>
          </p:cNvPr>
          <p:cNvGrpSpPr/>
          <p:nvPr/>
        </p:nvGrpSpPr>
        <p:grpSpPr>
          <a:xfrm>
            <a:off x="1611171" y="355662"/>
            <a:ext cx="11003339" cy="7412987"/>
            <a:chOff x="1611171" y="355662"/>
            <a:chExt cx="11003339" cy="741298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105DFD7-F438-188E-F0C4-778143896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6507"/>
            <a:stretch>
              <a:fillRect/>
            </a:stretch>
          </p:blipFill>
          <p:spPr>
            <a:xfrm>
              <a:off x="1611171" y="355662"/>
              <a:ext cx="11003339" cy="741298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C50B033-D1A3-F40C-A1A3-81972D2C19B9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Recently rented this room, need some work. Now if you excuse me-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E0DF7CA-995D-4F04-BE2D-5B978703CC71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25C91D4-8A34-9721-E232-0957909C0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93FA43-0B46-C76B-C525-C0B2FF260F96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1388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CD22C-342E-ADF4-349C-73DC7EB17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1817F5D-D8A4-CAFF-8487-47FE25415393}"/>
              </a:ext>
            </a:extLst>
          </p:cNvPr>
          <p:cNvGrpSpPr/>
          <p:nvPr/>
        </p:nvGrpSpPr>
        <p:grpSpPr>
          <a:xfrm>
            <a:off x="-3014553" y="-3367314"/>
            <a:ext cx="35602206" cy="16120788"/>
            <a:chOff x="0" y="0"/>
            <a:chExt cx="15145657" cy="6858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8046373-DDBE-DAA2-11D0-9778DC00B374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7" name="Picture 1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72F32CD8-2AEE-1714-CB5F-F3257128C0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5DF85C20-53E5-83B5-93E1-DE3302647C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18" t="18571" r="22857"/>
              <a:stretch>
                <a:fillRect/>
              </a:stretch>
            </p:blipFill>
            <p:spPr>
              <a:xfrm>
                <a:off x="1851049" y="2650670"/>
                <a:ext cx="1821066" cy="3429001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8050DDFD-20D2-211F-5795-8D92238FA9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5DC9FE1-29D4-DDD3-BAF1-2B49773A7B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E38FB29-084B-3DC0-2263-43D26C606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090427F-DF71-0898-85BC-78ABFEF28C79}"/>
              </a:ext>
            </a:extLst>
          </p:cNvPr>
          <p:cNvSpPr txBox="1"/>
          <p:nvPr/>
        </p:nvSpPr>
        <p:spPr>
          <a:xfrm>
            <a:off x="251428" y="210882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  <p:pic>
        <p:nvPicPr>
          <p:cNvPr id="4" name="Picture 3">
            <a:hlinkClick r:id="rId9" action="ppaction://hlinksldjump"/>
            <a:extLst>
              <a:ext uri="{FF2B5EF4-FFF2-40B4-BE49-F238E27FC236}">
                <a16:creationId xmlns:a16="http://schemas.microsoft.com/office/drawing/2014/main" id="{DC10B66D-C2F6-EDC9-44DA-47E1ACB17C6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5678" t="5836" r="40282"/>
          <a:stretch>
            <a:fillRect/>
          </a:stretch>
        </p:blipFill>
        <p:spPr>
          <a:xfrm>
            <a:off x="1336624" y="0"/>
            <a:ext cx="3359258" cy="1315836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B4517CD6-14A1-E417-3EBC-F555448DD5C7}"/>
              </a:ext>
            </a:extLst>
          </p:cNvPr>
          <p:cNvGrpSpPr/>
          <p:nvPr/>
        </p:nvGrpSpPr>
        <p:grpSpPr>
          <a:xfrm>
            <a:off x="1611171" y="355662"/>
            <a:ext cx="11003339" cy="7412988"/>
            <a:chOff x="1611171" y="355662"/>
            <a:chExt cx="11003339" cy="741298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54E1865-58EF-45B0-94BA-687B9BAF0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6507"/>
            <a:stretch>
              <a:fillRect/>
            </a:stretch>
          </p:blipFill>
          <p:spPr>
            <a:xfrm>
              <a:off x="1611171" y="355662"/>
              <a:ext cx="11003339" cy="741298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91579DE-D0C6-57FF-D100-09C47AFC4400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Sir, I’m sure you’re busy. But may we have you stay in the suspect room for a while? All of Victoria’s close contacts will join you shortly after.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2551901-6D44-D296-D46A-6C0EB05C565A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229466D-5D07-369C-689D-09DEA165C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1C56FC-88EB-BC57-2F78-EE259285430B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4238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1FA39-49CE-7649-B152-20E8AA516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41EDFD2-340C-088F-E362-F864F1699DD6}"/>
              </a:ext>
            </a:extLst>
          </p:cNvPr>
          <p:cNvGrpSpPr/>
          <p:nvPr/>
        </p:nvGrpSpPr>
        <p:grpSpPr>
          <a:xfrm>
            <a:off x="-3014553" y="-3367314"/>
            <a:ext cx="35602206" cy="16120788"/>
            <a:chOff x="0" y="0"/>
            <a:chExt cx="15145657" cy="6858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08839B7-F003-9EDF-8532-E0CA94761C85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7" name="Picture 1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20F527FE-D727-5CE5-2D78-3DD15D79F9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64EA91E2-D9A2-E283-D73C-13D448974D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18" t="18571" r="22857"/>
              <a:stretch>
                <a:fillRect/>
              </a:stretch>
            </p:blipFill>
            <p:spPr>
              <a:xfrm>
                <a:off x="1851049" y="2650670"/>
                <a:ext cx="1821066" cy="3429001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AC69D7D-A98E-1F4C-2F34-902A2F5A28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64E0B366-D079-184C-9C9C-0F72960A87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FC1ED6B-8DE6-9E96-AC99-73318CD35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7BD004F-1C0D-AE2F-B14F-D541D0493EF1}"/>
              </a:ext>
            </a:extLst>
          </p:cNvPr>
          <p:cNvSpPr txBox="1"/>
          <p:nvPr/>
        </p:nvSpPr>
        <p:spPr>
          <a:xfrm>
            <a:off x="251428" y="210882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  <p:pic>
        <p:nvPicPr>
          <p:cNvPr id="16" name="Picture 15">
            <a:hlinkClick r:id="rId9" action="ppaction://hlinksldjump"/>
            <a:extLst>
              <a:ext uri="{FF2B5EF4-FFF2-40B4-BE49-F238E27FC236}">
                <a16:creationId xmlns:a16="http://schemas.microsoft.com/office/drawing/2014/main" id="{25976E84-DB0D-AE80-1DDD-F991775ABC6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-3695978" y="-765862"/>
            <a:ext cx="13924230" cy="1392423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7AF65D7-F23F-162F-4A04-BAAAE18E1D6E}"/>
              </a:ext>
            </a:extLst>
          </p:cNvPr>
          <p:cNvGrpSpPr/>
          <p:nvPr/>
        </p:nvGrpSpPr>
        <p:grpSpPr>
          <a:xfrm>
            <a:off x="1766141" y="355662"/>
            <a:ext cx="10848369" cy="7412987"/>
            <a:chOff x="1766141" y="355662"/>
            <a:chExt cx="10848369" cy="741298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A5110B1-A51D-183C-F057-F0F1EAE93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7682"/>
            <a:stretch>
              <a:fillRect/>
            </a:stretch>
          </p:blipFill>
          <p:spPr>
            <a:xfrm>
              <a:off x="1766141" y="355662"/>
              <a:ext cx="10848369" cy="741298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1DF3C2-211A-2D05-A80E-1C886E7138B4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Suspect?! I told you I have nothing to do with that kid. Look, I’m just trying to make a living. Victoria is not my business!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000A1B8-31CC-EE26-8810-7063993DE455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DE08CC6-C2E0-C0F1-0C5C-7BDD4F0C1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4308A3-2A6C-E81F-1DBC-757E8723864C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45388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E36D3-FBF8-1FC4-4EB2-7064200BA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FF29F42-A5EC-CD15-998C-2D470D213B53}"/>
              </a:ext>
            </a:extLst>
          </p:cNvPr>
          <p:cNvGrpSpPr/>
          <p:nvPr/>
        </p:nvGrpSpPr>
        <p:grpSpPr>
          <a:xfrm>
            <a:off x="-3014553" y="-3367314"/>
            <a:ext cx="35602206" cy="16120788"/>
            <a:chOff x="0" y="0"/>
            <a:chExt cx="15145657" cy="6858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5E9890-1A49-89FE-861F-B64096825CE4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7" name="Picture 1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ABEF72AD-679E-5674-C248-D1809F9F3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DA3CC636-A96A-BB12-D5FE-C43F281C24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18" t="18571" r="22857"/>
              <a:stretch>
                <a:fillRect/>
              </a:stretch>
            </p:blipFill>
            <p:spPr>
              <a:xfrm>
                <a:off x="1851049" y="2650670"/>
                <a:ext cx="1821066" cy="3429001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6B0B4C7-FCD2-4AC2-43A7-752E30B76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01566C8-F78D-0669-38E2-FECEB95B27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2D990D4-3E53-A313-BAF4-3520361C3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2A44CD-8306-EAB4-41E3-6788CF3245BB}"/>
              </a:ext>
            </a:extLst>
          </p:cNvPr>
          <p:cNvSpPr txBox="1"/>
          <p:nvPr/>
        </p:nvSpPr>
        <p:spPr>
          <a:xfrm>
            <a:off x="251428" y="210882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  <p:pic>
        <p:nvPicPr>
          <p:cNvPr id="4" name="Picture 3">
            <a:hlinkClick r:id="rId9" action="ppaction://hlinksldjump"/>
            <a:extLst>
              <a:ext uri="{FF2B5EF4-FFF2-40B4-BE49-F238E27FC236}">
                <a16:creationId xmlns:a16="http://schemas.microsoft.com/office/drawing/2014/main" id="{F9548456-1339-8C88-C397-7F6147A44B8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5678" t="5836" r="40282"/>
          <a:stretch>
            <a:fillRect/>
          </a:stretch>
        </p:blipFill>
        <p:spPr>
          <a:xfrm>
            <a:off x="1336624" y="0"/>
            <a:ext cx="3359258" cy="1315836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0A8B5C5-4821-FA71-7A4A-0D274BAA6757}"/>
              </a:ext>
            </a:extLst>
          </p:cNvPr>
          <p:cNvGrpSpPr/>
          <p:nvPr/>
        </p:nvGrpSpPr>
        <p:grpSpPr>
          <a:xfrm>
            <a:off x="1611171" y="355662"/>
            <a:ext cx="11003339" cy="7412988"/>
            <a:chOff x="1611171" y="355662"/>
            <a:chExt cx="11003339" cy="741298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F3E9B5D-0A43-11AC-CD79-421966C69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6507"/>
            <a:stretch>
              <a:fillRect/>
            </a:stretch>
          </p:blipFill>
          <p:spPr>
            <a:xfrm>
              <a:off x="1611171" y="355662"/>
              <a:ext cx="11003339" cy="741298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C983B2-6778-4CB4-B500-34F4FE23AB92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This is just standard procedure. Please follow me.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89D48DE-00D4-82E2-0192-B80DB96E5540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71888F9-574B-64B7-744D-1258A9E86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76F2F2-7858-DF97-B354-DE95BE9FEE3C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7867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91931-8FBD-E0A6-BD60-1AFE85927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29A2385-4E05-E533-BB55-277DEA5B0A08}"/>
              </a:ext>
            </a:extLst>
          </p:cNvPr>
          <p:cNvGrpSpPr/>
          <p:nvPr/>
        </p:nvGrpSpPr>
        <p:grpSpPr>
          <a:xfrm>
            <a:off x="-3014553" y="-3367314"/>
            <a:ext cx="35602206" cy="16120788"/>
            <a:chOff x="0" y="0"/>
            <a:chExt cx="15145657" cy="6858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038A44D-0B79-B6F8-A706-7916E147050F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7" name="Picture 1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C1DB119-2E13-757B-8665-502CFBA2A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97E4D475-954F-F62F-3F9C-C32B66200A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18" t="18571" r="22857"/>
              <a:stretch>
                <a:fillRect/>
              </a:stretch>
            </p:blipFill>
            <p:spPr>
              <a:xfrm>
                <a:off x="1851049" y="2650670"/>
                <a:ext cx="1821066" cy="3429001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72C18146-A192-8292-1787-D4B14C0AAE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F36D3D3-604C-5DFD-A5E8-6D0C60C10C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1660505-6DF0-545A-2331-EF704EA3E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E673B15-1EBB-C070-91BE-46F140F2D814}"/>
              </a:ext>
            </a:extLst>
          </p:cNvPr>
          <p:cNvSpPr txBox="1"/>
          <p:nvPr/>
        </p:nvSpPr>
        <p:spPr>
          <a:xfrm>
            <a:off x="251428" y="210882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  <p:pic>
        <p:nvPicPr>
          <p:cNvPr id="16" name="Picture 15">
            <a:hlinkClick r:id="rId9" action="ppaction://hlinksldjump"/>
            <a:extLst>
              <a:ext uri="{FF2B5EF4-FFF2-40B4-BE49-F238E27FC236}">
                <a16:creationId xmlns:a16="http://schemas.microsoft.com/office/drawing/2014/main" id="{2D7537C9-A471-BECC-5BCF-39F3648BE76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-3695978" y="-765862"/>
            <a:ext cx="13924230" cy="1392423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C012207-7B3B-A10A-ADFD-C8AB5B29D8E9}"/>
              </a:ext>
            </a:extLst>
          </p:cNvPr>
          <p:cNvGrpSpPr/>
          <p:nvPr/>
        </p:nvGrpSpPr>
        <p:grpSpPr>
          <a:xfrm>
            <a:off x="1611171" y="355662"/>
            <a:ext cx="11003339" cy="7412987"/>
            <a:chOff x="1611171" y="355662"/>
            <a:chExt cx="11003339" cy="741298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777E9AB-33EB-43A8-43BC-A82CEDC11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6507"/>
            <a:stretch>
              <a:fillRect/>
            </a:stretch>
          </p:blipFill>
          <p:spPr>
            <a:xfrm>
              <a:off x="1611171" y="355662"/>
              <a:ext cx="11003339" cy="741298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5E704E-C85F-8CBC-367A-8C2BF06A1B9D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UGH!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2B412A1-3478-2D1B-1BDC-E6FCF08B57FC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4F8BDB7-FCC2-620C-B002-A546E4E2C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5CBDFE-31C1-E5F2-8207-FAB020F7898B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99332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DE36E-B998-CEC9-3291-641865C41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EBE19EB-37A5-D6CC-1890-68BBB189E2B1}"/>
              </a:ext>
            </a:extLst>
          </p:cNvPr>
          <p:cNvGrpSpPr/>
          <p:nvPr/>
        </p:nvGrpSpPr>
        <p:grpSpPr>
          <a:xfrm>
            <a:off x="-703015" y="-1538514"/>
            <a:ext cx="23328519" cy="10563225"/>
            <a:chOff x="0" y="0"/>
            <a:chExt cx="15145657" cy="6858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99CC1A7-301C-EEBB-775D-0B2B5DBA7CF5}"/>
                </a:ext>
              </a:extLst>
            </p:cNvPr>
            <p:cNvGrpSpPr/>
            <p:nvPr/>
          </p:nvGrpSpPr>
          <p:grpSpPr>
            <a:xfrm>
              <a:off x="0" y="0"/>
              <a:ext cx="12344399" cy="6858000"/>
              <a:chOff x="0" y="0"/>
              <a:chExt cx="12344399" cy="6858000"/>
            </a:xfrm>
          </p:grpSpPr>
          <p:pic>
            <p:nvPicPr>
              <p:cNvPr id="17" name="Picture 1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A376775-44B4-D562-684A-09985C75E0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19DFFC48-05D6-5668-E6FF-BDB25B6C20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18" t="18571" r="22857"/>
              <a:stretch>
                <a:fillRect/>
              </a:stretch>
            </p:blipFill>
            <p:spPr>
              <a:xfrm>
                <a:off x="1851049" y="2650670"/>
                <a:ext cx="1821066" cy="3429001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4335AE28-2D5D-C467-47B5-6C7878CCD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90742" y="4926240"/>
                <a:ext cx="2953657" cy="1661432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4B96558-3EA0-E819-7EE9-4C480C72CB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693972">
                <a:off x="5545573" y="2926173"/>
                <a:ext cx="4335429" cy="2438679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27E0AF3-2F13-0F66-3299-DA8C638F1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49657" y="1714500"/>
              <a:ext cx="6096000" cy="34290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EED281-BBE9-8A72-1299-BA5E04BA8903}"/>
              </a:ext>
            </a:extLst>
          </p:cNvPr>
          <p:cNvSpPr txBox="1"/>
          <p:nvPr/>
        </p:nvSpPr>
        <p:spPr>
          <a:xfrm>
            <a:off x="251428" y="210882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Old Unrented Room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8AE3DE-5AEA-187B-E15B-6C9AC96AEB60}"/>
              </a:ext>
            </a:extLst>
          </p:cNvPr>
          <p:cNvGrpSpPr/>
          <p:nvPr/>
        </p:nvGrpSpPr>
        <p:grpSpPr>
          <a:xfrm>
            <a:off x="477575" y="5684550"/>
            <a:ext cx="683029" cy="962568"/>
            <a:chOff x="6583364" y="4577702"/>
            <a:chExt cx="683029" cy="962568"/>
          </a:xfrm>
        </p:grpSpPr>
        <p:pic>
          <p:nvPicPr>
            <p:cNvPr id="3" name="Picture 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0154713-2B2E-6E36-238C-98C893EAF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DC3AF6-4B54-9909-EFF9-32552637EA21}"/>
                </a:ext>
              </a:extLst>
            </p:cNvPr>
            <p:cNvSpPr txBox="1"/>
            <p:nvPr/>
          </p:nvSpPr>
          <p:spPr>
            <a:xfrm>
              <a:off x="6661023" y="4845745"/>
              <a:ext cx="4892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&lt;-</a:t>
              </a:r>
              <a:endParaRPr lang="en-ID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4828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1AEB7-EEF3-8AAB-7471-F3D43A6D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4F4B6D4-8D81-F147-4491-7061BA0A8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D74C22F-A35A-C80F-ED1F-33B1C8EC301A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5BD7EE8-AAE4-A576-7281-BE35C56F6652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87074B-FFA5-5965-9F00-289B7C861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594D736-4902-43A5-677C-09DA9E0865CE}"/>
              </a:ext>
            </a:extLst>
          </p:cNvPr>
          <p:cNvSpPr txBox="1"/>
          <p:nvPr/>
        </p:nvSpPr>
        <p:spPr>
          <a:xfrm>
            <a:off x="4133999" y="684392"/>
            <a:ext cx="3359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second floor is out of bounds.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55902E-528E-BC71-76D0-3DB0921BC3AC}"/>
              </a:ext>
            </a:extLst>
          </p:cNvPr>
          <p:cNvGrpSpPr/>
          <p:nvPr/>
        </p:nvGrpSpPr>
        <p:grpSpPr>
          <a:xfrm>
            <a:off x="2648567" y="23150"/>
            <a:ext cx="6858000" cy="6858000"/>
            <a:chOff x="2667000" y="214085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CC3F8D6-2C9F-CF18-C5F0-92DC837AE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41C5029-67ED-62E6-2769-1E041FF97BBA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Yay! You found the first suspect. Let’s search the corridors.</a:t>
              </a: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Maybe pick up a camera along the way.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05B143C-97BC-4FD1-1279-743E43DD5ED2}"/>
              </a:ext>
            </a:extLst>
          </p:cNvPr>
          <p:cNvGrpSpPr/>
          <p:nvPr/>
        </p:nvGrpSpPr>
        <p:grpSpPr>
          <a:xfrm>
            <a:off x="6274027" y="4133790"/>
            <a:ext cx="1471612" cy="962568"/>
            <a:chOff x="6583364" y="4577702"/>
            <a:chExt cx="1471612" cy="962568"/>
          </a:xfrm>
        </p:grpSpPr>
        <p:pic>
          <p:nvPicPr>
            <p:cNvPr id="7" name="Picture 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2EF36E6-63A4-26EA-C424-71CCAF1DA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E959C8-00FE-8D6F-0B7D-98B43D9CA4CA}"/>
                </a:ext>
              </a:extLst>
            </p:cNvPr>
            <p:cNvSpPr txBox="1"/>
            <p:nvPr/>
          </p:nvSpPr>
          <p:spPr>
            <a:xfrm>
              <a:off x="6841314" y="4842887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Okay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564D28-0A65-F95A-2F81-20025C203550}"/>
              </a:ext>
            </a:extLst>
          </p:cNvPr>
          <p:cNvSpPr/>
          <p:nvPr/>
        </p:nvSpPr>
        <p:spPr>
          <a:xfrm>
            <a:off x="10858500" y="2581275"/>
            <a:ext cx="1495425" cy="4267200"/>
          </a:xfrm>
          <a:custGeom>
            <a:avLst/>
            <a:gdLst>
              <a:gd name="csX0" fmla="*/ 38100 w 1495425"/>
              <a:gd name="csY0" fmla="*/ 0 h 4267200"/>
              <a:gd name="csX1" fmla="*/ 1495425 w 1495425"/>
              <a:gd name="csY1" fmla="*/ 600075 h 4267200"/>
              <a:gd name="csX2" fmla="*/ 1466850 w 1495425"/>
              <a:gd name="csY2" fmla="*/ 4267200 h 4267200"/>
              <a:gd name="csX3" fmla="*/ 0 w 1495425"/>
              <a:gd name="csY3" fmla="*/ 3343275 h 4267200"/>
              <a:gd name="csX4" fmla="*/ 38100 w 1495425"/>
              <a:gd name="csY4" fmla="*/ 0 h 426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95425" h="4267200">
                <a:moveTo>
                  <a:pt x="38100" y="0"/>
                </a:moveTo>
                <a:lnTo>
                  <a:pt x="1495425" y="600075"/>
                </a:lnTo>
                <a:lnTo>
                  <a:pt x="1466850" y="4267200"/>
                </a:lnTo>
                <a:lnTo>
                  <a:pt x="0" y="3343275"/>
                </a:lnTo>
                <a:lnTo>
                  <a:pt x="38100" y="0"/>
                </a:lnTo>
                <a:close/>
              </a:path>
            </a:pathLst>
          </a:custGeom>
          <a:solidFill>
            <a:schemeClr val="tx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3943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58A80-D473-79FC-AF6B-277F22ED0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9D52B61-94BE-2889-0DFF-6C86A9362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CC26394-098E-A1E8-A016-F066BB38879A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18E7A5-E8BE-33B8-F2B5-4B9701EAF339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58AA05-B378-CC65-6B46-20A69109C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C2191CB-ECBB-C4FE-8F5A-5CCA9228935A}"/>
              </a:ext>
            </a:extLst>
          </p:cNvPr>
          <p:cNvSpPr txBox="1"/>
          <p:nvPr/>
        </p:nvSpPr>
        <p:spPr>
          <a:xfrm>
            <a:off x="4133999" y="684392"/>
            <a:ext cx="3359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second floor is out of bounds.</a:t>
            </a:r>
          </a:p>
        </p:txBody>
      </p:sp>
      <p:sp>
        <p:nvSpPr>
          <p:cNvPr id="9" name="Freeform: Shape 8">
            <a:hlinkClick r:id="rId5" action="ppaction://hlinksldjump"/>
            <a:extLst>
              <a:ext uri="{FF2B5EF4-FFF2-40B4-BE49-F238E27FC236}">
                <a16:creationId xmlns:a16="http://schemas.microsoft.com/office/drawing/2014/main" id="{BF8BD076-058C-7455-C0EB-842E7A5FC247}"/>
              </a:ext>
            </a:extLst>
          </p:cNvPr>
          <p:cNvSpPr/>
          <p:nvPr/>
        </p:nvSpPr>
        <p:spPr>
          <a:xfrm>
            <a:off x="-371475" y="2924175"/>
            <a:ext cx="1238250" cy="4105275"/>
          </a:xfrm>
          <a:custGeom>
            <a:avLst/>
            <a:gdLst>
              <a:gd name="csX0" fmla="*/ 409575 w 1238250"/>
              <a:gd name="csY0" fmla="*/ 390525 h 4105275"/>
              <a:gd name="csX1" fmla="*/ 1171575 w 1238250"/>
              <a:gd name="csY1" fmla="*/ 0 h 4105275"/>
              <a:gd name="csX2" fmla="*/ 1238250 w 1238250"/>
              <a:gd name="csY2" fmla="*/ 3190875 h 4105275"/>
              <a:gd name="csX3" fmla="*/ 0 w 1238250"/>
              <a:gd name="csY3" fmla="*/ 4105275 h 4105275"/>
              <a:gd name="csX4" fmla="*/ 409575 w 1238250"/>
              <a:gd name="csY4" fmla="*/ 390525 h 4105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38250" h="4105275">
                <a:moveTo>
                  <a:pt x="409575" y="390525"/>
                </a:moveTo>
                <a:lnTo>
                  <a:pt x="1171575" y="0"/>
                </a:lnTo>
                <a:lnTo>
                  <a:pt x="1238250" y="3190875"/>
                </a:lnTo>
                <a:lnTo>
                  <a:pt x="0" y="4105275"/>
                </a:lnTo>
                <a:lnTo>
                  <a:pt x="409575" y="390525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349D8B9-7A1E-981F-FE25-6BCF60A55446}"/>
              </a:ext>
            </a:extLst>
          </p:cNvPr>
          <p:cNvSpPr/>
          <p:nvPr/>
        </p:nvSpPr>
        <p:spPr>
          <a:xfrm>
            <a:off x="10858500" y="2581275"/>
            <a:ext cx="1495425" cy="4267200"/>
          </a:xfrm>
          <a:custGeom>
            <a:avLst/>
            <a:gdLst>
              <a:gd name="csX0" fmla="*/ 38100 w 1495425"/>
              <a:gd name="csY0" fmla="*/ 0 h 4267200"/>
              <a:gd name="csX1" fmla="*/ 1495425 w 1495425"/>
              <a:gd name="csY1" fmla="*/ 600075 h 4267200"/>
              <a:gd name="csX2" fmla="*/ 1466850 w 1495425"/>
              <a:gd name="csY2" fmla="*/ 4267200 h 4267200"/>
              <a:gd name="csX3" fmla="*/ 0 w 1495425"/>
              <a:gd name="csY3" fmla="*/ 3343275 h 4267200"/>
              <a:gd name="csX4" fmla="*/ 38100 w 1495425"/>
              <a:gd name="csY4" fmla="*/ 0 h 426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95425" h="4267200">
                <a:moveTo>
                  <a:pt x="38100" y="0"/>
                </a:moveTo>
                <a:lnTo>
                  <a:pt x="1495425" y="600075"/>
                </a:lnTo>
                <a:lnTo>
                  <a:pt x="1466850" y="4267200"/>
                </a:lnTo>
                <a:lnTo>
                  <a:pt x="0" y="3343275"/>
                </a:lnTo>
                <a:lnTo>
                  <a:pt x="38100" y="0"/>
                </a:lnTo>
                <a:close/>
              </a:path>
            </a:pathLst>
          </a:custGeom>
          <a:solidFill>
            <a:schemeClr val="tx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54858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55DEB3A-2026-D6EF-1A6C-16A040D89EAD}"/>
              </a:ext>
            </a:extLst>
          </p:cNvPr>
          <p:cNvGrpSpPr/>
          <p:nvPr/>
        </p:nvGrpSpPr>
        <p:grpSpPr>
          <a:xfrm>
            <a:off x="-246046" y="0"/>
            <a:ext cx="12438046" cy="6858000"/>
            <a:chOff x="-246046" y="0"/>
            <a:chExt cx="12438046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BF00AAB-292E-784B-1FFE-DB7C71856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7" name="Picture 6">
              <a:hlinkClick r:id="rId3" action="ppaction://hlinksldjump"/>
              <a:extLst>
                <a:ext uri="{FF2B5EF4-FFF2-40B4-BE49-F238E27FC236}">
                  <a16:creationId xmlns:a16="http://schemas.microsoft.com/office/drawing/2014/main" id="{75C8B532-6906-DC30-AD48-0A4F19006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1617" r="21617"/>
            <a:stretch/>
          </p:blipFill>
          <p:spPr>
            <a:xfrm>
              <a:off x="-246046" y="1029385"/>
              <a:ext cx="2896163" cy="51018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9794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707BFA-6959-6D2D-4B00-EB2D74A72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5E451D4-5326-8849-6BD4-3CD650804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0" y="-2857500"/>
            <a:ext cx="23907750" cy="13448110"/>
          </a:xfrm>
          <a:prstGeom prst="rect">
            <a:avLst/>
          </a:prstGeom>
        </p:spPr>
      </p:pic>
      <p:pic>
        <p:nvPicPr>
          <p:cNvPr id="25" name="Picture 24">
            <a:hlinkClick r:id="rId3" action="ppaction://hlinksldjump"/>
            <a:extLst>
              <a:ext uri="{FF2B5EF4-FFF2-40B4-BE49-F238E27FC236}">
                <a16:creationId xmlns:a16="http://schemas.microsoft.com/office/drawing/2014/main" id="{A8BA51C2-4B34-99F2-5F99-297A5911D8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17" r="21617"/>
          <a:stretch/>
        </p:blipFill>
        <p:spPr>
          <a:xfrm>
            <a:off x="-2667176" y="-275772"/>
            <a:ext cx="8883660" cy="15649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9DADA8-9E74-21E9-AEC0-F26B245AE2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8930"/>
          <a:stretch>
            <a:fillRect/>
          </a:stretch>
        </p:blipFill>
        <p:spPr>
          <a:xfrm>
            <a:off x="-564134" y="3968607"/>
            <a:ext cx="13228096" cy="380004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DC53238-C55F-0D96-931F-00945176BC70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8" name="Picture 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1FA1B65-1BA1-19DB-981D-0E04C2378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D59988-3CE2-E220-4DB7-EA36D300C2FB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41CDDE6-AA4F-D1E3-4C6A-1565ECAA6CE1}"/>
              </a:ext>
            </a:extLst>
          </p:cNvPr>
          <p:cNvSpPr txBox="1"/>
          <p:nvPr/>
        </p:nvSpPr>
        <p:spPr>
          <a:xfrm>
            <a:off x="2088261" y="4982346"/>
            <a:ext cx="8129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AaYuanWeiTuSi" panose="02010600010101010101" pitchFamily="2" charset="-122"/>
                <a:ea typeface="AaYuanWeiTuSi" panose="02010600010101010101" pitchFamily="2" charset="-122"/>
              </a:rPr>
              <a:t>Ew</a:t>
            </a:r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, who are you?</a:t>
            </a:r>
          </a:p>
        </p:txBody>
      </p:sp>
    </p:spTree>
    <p:extLst>
      <p:ext uri="{BB962C8B-B14F-4D97-AF65-F5344CB8AC3E}">
        <p14:creationId xmlns:p14="http://schemas.microsoft.com/office/powerpoint/2010/main" val="250866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56840-B0C1-99A9-34A3-4712E36D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AFE4020-0744-3B33-4B4B-4D1D2849D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0" y="-2857500"/>
            <a:ext cx="23907750" cy="13448110"/>
          </a:xfrm>
          <a:prstGeom prst="rect">
            <a:avLst/>
          </a:prstGeom>
        </p:spPr>
      </p:pic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F8E0B544-30E5-7CB8-41BE-0AEB18F8E0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17" r="21617"/>
          <a:stretch/>
        </p:blipFill>
        <p:spPr>
          <a:xfrm>
            <a:off x="-2667176" y="-275772"/>
            <a:ext cx="8883660" cy="156494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F359B3C-4ECB-A251-B2FF-1A8F4D2424B9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A1576CB-3CC6-37C9-BA1C-9D47DB8D8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4757DC-852B-1D71-37D5-046D634A7CC2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Detective investigating the Victoria case. Are you Layla?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ED2E23-A382-BA6E-1BA4-35D73B0EC9D3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4" name="Picture 13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96516FA-29FD-9271-8F9D-EFFDE9939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74F2E0A-7298-7E2C-17A1-12ECD69D95E2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22312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A1962-6251-C7EB-12FA-90E4A1A7F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18C1C9-8B67-2BAD-CF98-DEA005CA1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0" y="-2857500"/>
            <a:ext cx="23907750" cy="13448110"/>
          </a:xfrm>
          <a:prstGeom prst="rect">
            <a:avLst/>
          </a:prstGeom>
        </p:spPr>
      </p:pic>
      <p:pic>
        <p:nvPicPr>
          <p:cNvPr id="3" name="Picture 2">
            <a:hlinkClick r:id="rId3" action="ppaction://hlinksldjump"/>
            <a:extLst>
              <a:ext uri="{FF2B5EF4-FFF2-40B4-BE49-F238E27FC236}">
                <a16:creationId xmlns:a16="http://schemas.microsoft.com/office/drawing/2014/main" id="{E3125E28-EC02-34AF-C542-EAC1DC69B9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17" r="21617"/>
          <a:stretch/>
        </p:blipFill>
        <p:spPr>
          <a:xfrm>
            <a:off x="-2667176" y="-275772"/>
            <a:ext cx="8883660" cy="15649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C54AE9-8DE1-43CD-0255-A2ABFFD2B3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992"/>
          <a:stretch>
            <a:fillRect/>
          </a:stretch>
        </p:blipFill>
        <p:spPr>
          <a:xfrm>
            <a:off x="-564134" y="4122057"/>
            <a:ext cx="13228096" cy="364659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5C62AA1-743F-1E32-983C-675D6E41147F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8" name="Picture 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F2F28D39-DF10-2B98-8064-7CC27F083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0E43F7-AD21-F3AB-97AE-D19CF58380CD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55D01F2-6963-31EA-F5DF-39229A910615}"/>
              </a:ext>
            </a:extLst>
          </p:cNvPr>
          <p:cNvSpPr txBox="1"/>
          <p:nvPr/>
        </p:nvSpPr>
        <p:spPr>
          <a:xfrm>
            <a:off x="2088261" y="4982346"/>
            <a:ext cx="8129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I heard, but I didn’t do anything. Hell, haven’t even seen her the entire day!</a:t>
            </a:r>
          </a:p>
        </p:txBody>
      </p:sp>
    </p:spTree>
    <p:extLst>
      <p:ext uri="{BB962C8B-B14F-4D97-AF65-F5344CB8AC3E}">
        <p14:creationId xmlns:p14="http://schemas.microsoft.com/office/powerpoint/2010/main" val="23862570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0441A8-DAF6-0CEE-DD5D-3B626E537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C3CB51-F512-7679-5085-447817CF0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0" y="-2857500"/>
            <a:ext cx="23907750" cy="13448110"/>
          </a:xfrm>
          <a:prstGeom prst="rect">
            <a:avLst/>
          </a:prstGeom>
        </p:spPr>
      </p:pic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DD291A92-32A3-1B02-C7F2-4C0D3A1B83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17" r="21617"/>
          <a:stretch/>
        </p:blipFill>
        <p:spPr>
          <a:xfrm>
            <a:off x="-2667176" y="-275772"/>
            <a:ext cx="8883660" cy="156494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980E136-0704-F6F9-9A93-9245C3958691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C15189-E420-5C4A-A65B-E84981FED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DDE3494-26AA-A84A-8680-82516EA38F74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You’re her roommate, aren’t you? Did you see anything at time of crime?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3DAEA5-63A2-3DF3-9C53-5C5836A048FF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4" name="Picture 13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7017A80-8C49-0D7E-97E1-E09BC49F4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C8D622-0EB8-3B8F-37D8-39FA34571C0B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14240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5D772-606F-6823-5E4B-853FC7BF6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38DD2FE-BBDD-F18B-F6F8-48DF423A0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0" y="-2857500"/>
            <a:ext cx="23907750" cy="13448110"/>
          </a:xfrm>
          <a:prstGeom prst="rect">
            <a:avLst/>
          </a:prstGeom>
        </p:spPr>
      </p:pic>
      <p:pic>
        <p:nvPicPr>
          <p:cNvPr id="3" name="Picture 2">
            <a:hlinkClick r:id="rId3" action="ppaction://hlinksldjump"/>
            <a:extLst>
              <a:ext uri="{FF2B5EF4-FFF2-40B4-BE49-F238E27FC236}">
                <a16:creationId xmlns:a16="http://schemas.microsoft.com/office/drawing/2014/main" id="{913AB4D1-AB2A-0A1D-D956-ECE0BD8B19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17" r="21617"/>
          <a:stretch/>
        </p:blipFill>
        <p:spPr>
          <a:xfrm>
            <a:off x="-2667176" y="-275772"/>
            <a:ext cx="8883660" cy="15649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E9EE3C-30CC-BCD2-8D06-AF257F85B9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8930"/>
          <a:stretch>
            <a:fillRect/>
          </a:stretch>
        </p:blipFill>
        <p:spPr>
          <a:xfrm>
            <a:off x="-564134" y="3968607"/>
            <a:ext cx="13228096" cy="380004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23B9171-F2B2-CAFA-8498-20AAE4FAA72A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8" name="Picture 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BBCC8A2-55A9-310C-AE56-4DA257227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7AFECB0-732F-22B4-6894-3EEF1A0FD718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9C302C5-379B-66FA-C12D-311A2CF6C90B}"/>
              </a:ext>
            </a:extLst>
          </p:cNvPr>
          <p:cNvSpPr txBox="1"/>
          <p:nvPr/>
        </p:nvSpPr>
        <p:spPr>
          <a:xfrm>
            <a:off x="2088261" y="4982346"/>
            <a:ext cx="8129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I was in the 2</a:t>
            </a:r>
            <a:r>
              <a:rPr lang="en-US" sz="1600" baseline="300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nd</a:t>
            </a:r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 floor bathroom I suppose, but I did hear screaming and something like a fight.</a:t>
            </a:r>
          </a:p>
        </p:txBody>
      </p:sp>
    </p:spTree>
    <p:extLst>
      <p:ext uri="{BB962C8B-B14F-4D97-AF65-F5344CB8AC3E}">
        <p14:creationId xmlns:p14="http://schemas.microsoft.com/office/powerpoint/2010/main" val="27197148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65C40-E37D-78F8-9967-594288D24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86DFAC-0970-A42F-0672-9F38C8F60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0" y="-2857500"/>
            <a:ext cx="23907750" cy="13448110"/>
          </a:xfrm>
          <a:prstGeom prst="rect">
            <a:avLst/>
          </a:prstGeom>
        </p:spPr>
      </p:pic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042EB044-6A0A-E0B6-19AF-4EB1560149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17" r="21617"/>
          <a:stretch/>
        </p:blipFill>
        <p:spPr>
          <a:xfrm>
            <a:off x="-2667176" y="-275772"/>
            <a:ext cx="8883660" cy="156494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D846969-0C76-629A-DB74-ED751CF4EA56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66FB404-BA42-8748-2840-55F632EBE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7EABCE-CEA7-5328-69CD-498EF7368FB8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Interesting. May I escort you to the suspect room? It’s standard procedure.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7D4200-0433-49BF-B597-5F1DCCA89EAD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4" name="Picture 13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6E14902-287A-9481-C987-6C5C58010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903D02-107C-E073-F865-9FDE7ADF0024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96977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43ACE-1712-3F65-87F2-33BBF904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2AE2D93-5FDF-71C4-6C1C-0A2694504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0" y="-2857500"/>
            <a:ext cx="23907750" cy="13448110"/>
          </a:xfrm>
          <a:prstGeom prst="rect">
            <a:avLst/>
          </a:prstGeom>
        </p:spPr>
      </p:pic>
      <p:pic>
        <p:nvPicPr>
          <p:cNvPr id="3" name="Picture 2">
            <a:hlinkClick r:id="rId3" action="ppaction://hlinksldjump"/>
            <a:extLst>
              <a:ext uri="{FF2B5EF4-FFF2-40B4-BE49-F238E27FC236}">
                <a16:creationId xmlns:a16="http://schemas.microsoft.com/office/drawing/2014/main" id="{A7050213-124E-CBF9-BD34-07572EDD04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17" r="21617"/>
          <a:stretch/>
        </p:blipFill>
        <p:spPr>
          <a:xfrm>
            <a:off x="-2667176" y="-275772"/>
            <a:ext cx="8883660" cy="15649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FB6B49-4D37-A8AE-B46D-897CC0C721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8930"/>
          <a:stretch>
            <a:fillRect/>
          </a:stretch>
        </p:blipFill>
        <p:spPr>
          <a:xfrm>
            <a:off x="-564134" y="3968607"/>
            <a:ext cx="13228096" cy="380004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EDC73B0-0FC0-0399-B399-C4CDF210AEBD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8" name="Picture 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F1FEFE1D-D028-AFF9-67F2-E8A364D4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5708B8-0491-F350-446C-8C27C9BC1054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571DCE6-606A-DBE4-FC91-6EBA7FD730AE}"/>
              </a:ext>
            </a:extLst>
          </p:cNvPr>
          <p:cNvSpPr txBox="1"/>
          <p:nvPr/>
        </p:nvSpPr>
        <p:spPr>
          <a:xfrm>
            <a:off x="2088261" y="4982346"/>
            <a:ext cx="8129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Ugh, fine! Make it quick.</a:t>
            </a:r>
          </a:p>
        </p:txBody>
      </p:sp>
    </p:spTree>
    <p:extLst>
      <p:ext uri="{BB962C8B-B14F-4D97-AF65-F5344CB8AC3E}">
        <p14:creationId xmlns:p14="http://schemas.microsoft.com/office/powerpoint/2010/main" val="34995156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C4E6F-D995-5E65-F986-F0073A8E0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3680296-6CE3-8DAE-05CC-4B85A3F18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0" y="-2857500"/>
            <a:ext cx="23907750" cy="13448110"/>
          </a:xfrm>
          <a:prstGeom prst="rect">
            <a:avLst/>
          </a:prstGeom>
        </p:spPr>
      </p:pic>
      <p:pic>
        <p:nvPicPr>
          <p:cNvPr id="6" name="Picture 5">
            <a:hlinkClick r:id="rId3" action="ppaction://hlinksldjump"/>
            <a:extLst>
              <a:ext uri="{FF2B5EF4-FFF2-40B4-BE49-F238E27FC236}">
                <a16:creationId xmlns:a16="http://schemas.microsoft.com/office/drawing/2014/main" id="{9AE144C8-C25A-44ED-5DA6-F3963B28C3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17" r="21617"/>
          <a:stretch/>
        </p:blipFill>
        <p:spPr>
          <a:xfrm>
            <a:off x="-2667176" y="-275772"/>
            <a:ext cx="8883660" cy="1564947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93BC60-7E39-8A17-853B-3D9DEAE60339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79E2453-E642-EB35-DFEA-A050602C4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7EAD4EF-E2CB-BB79-86D9-253187E1D8B7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Great ma’am. Oh and, can I borrow that camera you’re holding?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F9DD84-9F76-904B-D5A8-1779F3388791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4" name="Picture 13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33EF487E-2457-28B7-A645-9E80F6C35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592953-87B5-4B50-0803-8297F4A1CA71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28589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B18642-E6C6-97AB-FEDD-D5A837D9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005A4E5-78DE-00FA-2EE8-8DA11255F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0" y="-2857500"/>
            <a:ext cx="23907750" cy="13448110"/>
          </a:xfrm>
          <a:prstGeom prst="rect">
            <a:avLst/>
          </a:prstGeom>
        </p:spPr>
      </p:pic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AFAABE15-3770-49D9-2603-DA9A832D40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17" r="21617"/>
          <a:stretch/>
        </p:blipFill>
        <p:spPr>
          <a:xfrm>
            <a:off x="-2667176" y="-275772"/>
            <a:ext cx="8883660" cy="15649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8B9D9C-5FF0-ADE8-72A7-EB2CAE1459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7822"/>
          <a:stretch>
            <a:fillRect/>
          </a:stretch>
        </p:blipFill>
        <p:spPr>
          <a:xfrm>
            <a:off x="-564134" y="3886199"/>
            <a:ext cx="13228096" cy="38824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6C9035E-9A80-4FD5-9582-19F022D3159E}"/>
              </a:ext>
            </a:extLst>
          </p:cNvPr>
          <p:cNvSpPr txBox="1"/>
          <p:nvPr/>
        </p:nvSpPr>
        <p:spPr>
          <a:xfrm>
            <a:off x="2088261" y="4982346"/>
            <a:ext cx="8129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Seriously? Whatever.</a:t>
            </a:r>
          </a:p>
        </p:txBody>
      </p:sp>
      <p:pic>
        <p:nvPicPr>
          <p:cNvPr id="3" name="Picture 2">
            <a:hlinkClick r:id="rId6" action="ppaction://hlinksldjump"/>
            <a:extLst>
              <a:ext uri="{FF2B5EF4-FFF2-40B4-BE49-F238E27FC236}">
                <a16:creationId xmlns:a16="http://schemas.microsoft.com/office/drawing/2014/main" id="{8FDCCA8D-8E30-E0DB-6F04-3C6A59F506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8820" y="4264815"/>
            <a:ext cx="3153093" cy="177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545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33495-218A-DD66-55F4-5F983BFFA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4C8110F-20C5-02B3-31A5-43AE9FE71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FD10FEA-B5F4-66ED-B9C8-8583AE56EE51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DE609AF-69F1-560B-FB2F-7A1EBAF60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AE95094-2F9E-641F-91BF-C17FFD433684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Good job. You found a camera! Use it to record evidence.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FCD2C8C-9F88-D7AA-15BC-D69DE9EEA88A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6" name="Picture 5">
              <a:hlinkClick r:id="rId4" action="ppaction://hlinksldjump"/>
              <a:extLst>
                <a:ext uri="{FF2B5EF4-FFF2-40B4-BE49-F238E27FC236}">
                  <a16:creationId xmlns:a16="http://schemas.microsoft.com/office/drawing/2014/main" id="{39578835-5A48-9CD1-DD3F-FACAF6F68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8" name="TextBox 7">
              <a:hlinkClick r:id="rId4" action="ppaction://hlinksldjump"/>
              <a:extLst>
                <a:ext uri="{FF2B5EF4-FFF2-40B4-BE49-F238E27FC236}">
                  <a16:creationId xmlns:a16="http://schemas.microsoft.com/office/drawing/2014/main" id="{5D6B7BE6-B72C-3C2F-9CFC-854EA95A17A3}"/>
                </a:ext>
              </a:extLst>
            </p:cNvPr>
            <p:cNvSpPr txBox="1"/>
            <p:nvPr/>
          </p:nvSpPr>
          <p:spPr>
            <a:xfrm>
              <a:off x="6841314" y="4842887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Okay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7A21EAB-1BF9-5CE8-1F91-E8EF94016D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2130" y="3611955"/>
            <a:ext cx="2228697" cy="125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55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0F3AA1-7AD8-71E8-8DAB-802740927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15C0202-5CE9-795C-CB06-87BD17981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B8332AE-8EB3-C3F3-CF35-F90E247DAA94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8EB039C-075C-04A3-BAC3-1E446A19D9D4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hlinkClick r:id="rId4" action="ppaction://hlinksldjump"/>
            <a:extLst>
              <a:ext uri="{FF2B5EF4-FFF2-40B4-BE49-F238E27FC236}">
                <a16:creationId xmlns:a16="http://schemas.microsoft.com/office/drawing/2014/main" id="{736F0BFB-B8DC-E7E7-8122-0FFDBA497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sp>
        <p:nvSpPr>
          <p:cNvPr id="21" name="Freeform: Shape 20">
            <a:hlinkClick r:id="rId6" action="ppaction://hlinksldjump"/>
            <a:extLst>
              <a:ext uri="{FF2B5EF4-FFF2-40B4-BE49-F238E27FC236}">
                <a16:creationId xmlns:a16="http://schemas.microsoft.com/office/drawing/2014/main" id="{F01E406F-08EE-205B-BA19-184FD2E74619}"/>
              </a:ext>
            </a:extLst>
          </p:cNvPr>
          <p:cNvSpPr/>
          <p:nvPr/>
        </p:nvSpPr>
        <p:spPr>
          <a:xfrm>
            <a:off x="-571500" y="-923925"/>
            <a:ext cx="13298134" cy="4362450"/>
          </a:xfrm>
          <a:custGeom>
            <a:avLst/>
            <a:gdLst>
              <a:gd name="csX0" fmla="*/ 285750 w 13298134"/>
              <a:gd name="csY0" fmla="*/ 4362450 h 4362450"/>
              <a:gd name="csX1" fmla="*/ 285750 w 13298134"/>
              <a:gd name="csY1" fmla="*/ 4362450 h 4362450"/>
              <a:gd name="csX2" fmla="*/ 390525 w 13298134"/>
              <a:gd name="csY2" fmla="*/ 4257675 h 4362450"/>
              <a:gd name="csX3" fmla="*/ 647700 w 13298134"/>
              <a:gd name="csY3" fmla="*/ 3962400 h 4362450"/>
              <a:gd name="csX4" fmla="*/ 904875 w 13298134"/>
              <a:gd name="csY4" fmla="*/ 3743325 h 4362450"/>
              <a:gd name="csX5" fmla="*/ 933450 w 13298134"/>
              <a:gd name="csY5" fmla="*/ 3714750 h 4362450"/>
              <a:gd name="csX6" fmla="*/ 1019175 w 13298134"/>
              <a:gd name="csY6" fmla="*/ 3686175 h 4362450"/>
              <a:gd name="csX7" fmla="*/ 1104900 w 13298134"/>
              <a:gd name="csY7" fmla="*/ 3638550 h 4362450"/>
              <a:gd name="csX8" fmla="*/ 1190625 w 13298134"/>
              <a:gd name="csY8" fmla="*/ 3600450 h 4362450"/>
              <a:gd name="csX9" fmla="*/ 1219200 w 13298134"/>
              <a:gd name="csY9" fmla="*/ 3581400 h 4362450"/>
              <a:gd name="csX10" fmla="*/ 1381125 w 13298134"/>
              <a:gd name="csY10" fmla="*/ 3533775 h 4362450"/>
              <a:gd name="csX11" fmla="*/ 1724025 w 13298134"/>
              <a:gd name="csY11" fmla="*/ 3400425 h 4362450"/>
              <a:gd name="csX12" fmla="*/ 1847850 w 13298134"/>
              <a:gd name="csY12" fmla="*/ 3352800 h 4362450"/>
              <a:gd name="csX13" fmla="*/ 2981325 w 13298134"/>
              <a:gd name="csY13" fmla="*/ 3248025 h 4362450"/>
              <a:gd name="csX14" fmla="*/ 3219450 w 13298134"/>
              <a:gd name="csY14" fmla="*/ 3200400 h 4362450"/>
              <a:gd name="csX15" fmla="*/ 3409950 w 13298134"/>
              <a:gd name="csY15" fmla="*/ 3162300 h 4362450"/>
              <a:gd name="csX16" fmla="*/ 3648075 w 13298134"/>
              <a:gd name="csY16" fmla="*/ 3028950 h 4362450"/>
              <a:gd name="csX17" fmla="*/ 3933825 w 13298134"/>
              <a:gd name="csY17" fmla="*/ 2886075 h 4362450"/>
              <a:gd name="csX18" fmla="*/ 4333875 w 13298134"/>
              <a:gd name="csY18" fmla="*/ 2857500 h 4362450"/>
              <a:gd name="csX19" fmla="*/ 5000625 w 13298134"/>
              <a:gd name="csY19" fmla="*/ 2800350 h 4362450"/>
              <a:gd name="csX20" fmla="*/ 5248275 w 13298134"/>
              <a:gd name="csY20" fmla="*/ 2781300 h 4362450"/>
              <a:gd name="csX21" fmla="*/ 6324600 w 13298134"/>
              <a:gd name="csY21" fmla="*/ 2752725 h 4362450"/>
              <a:gd name="csX22" fmla="*/ 6791325 w 13298134"/>
              <a:gd name="csY22" fmla="*/ 2724150 h 4362450"/>
              <a:gd name="csX23" fmla="*/ 6905625 w 13298134"/>
              <a:gd name="csY23" fmla="*/ 2714625 h 4362450"/>
              <a:gd name="csX24" fmla="*/ 8248650 w 13298134"/>
              <a:gd name="csY24" fmla="*/ 2781300 h 4362450"/>
              <a:gd name="csX25" fmla="*/ 8924925 w 13298134"/>
              <a:gd name="csY25" fmla="*/ 2905125 h 4362450"/>
              <a:gd name="csX26" fmla="*/ 9315450 w 13298134"/>
              <a:gd name="csY26" fmla="*/ 2952750 h 4362450"/>
              <a:gd name="csX27" fmla="*/ 9467850 w 13298134"/>
              <a:gd name="csY27" fmla="*/ 2981325 h 4362450"/>
              <a:gd name="csX28" fmla="*/ 9667875 w 13298134"/>
              <a:gd name="csY28" fmla="*/ 3009900 h 4362450"/>
              <a:gd name="csX29" fmla="*/ 9991725 w 13298134"/>
              <a:gd name="csY29" fmla="*/ 3124200 h 4362450"/>
              <a:gd name="csX30" fmla="*/ 10391775 w 13298134"/>
              <a:gd name="csY30" fmla="*/ 3219450 h 4362450"/>
              <a:gd name="csX31" fmla="*/ 10648950 w 13298134"/>
              <a:gd name="csY31" fmla="*/ 3248025 h 4362450"/>
              <a:gd name="csX32" fmla="*/ 11029950 w 13298134"/>
              <a:gd name="csY32" fmla="*/ 3371850 h 4362450"/>
              <a:gd name="csX33" fmla="*/ 11182350 w 13298134"/>
              <a:gd name="csY33" fmla="*/ 3419475 h 4362450"/>
              <a:gd name="csX34" fmla="*/ 11687175 w 13298134"/>
              <a:gd name="csY34" fmla="*/ 3648075 h 4362450"/>
              <a:gd name="csX35" fmla="*/ 12230100 w 13298134"/>
              <a:gd name="csY35" fmla="*/ 3810000 h 4362450"/>
              <a:gd name="csX36" fmla="*/ 12468225 w 13298134"/>
              <a:gd name="csY36" fmla="*/ 3876675 h 4362450"/>
              <a:gd name="csX37" fmla="*/ 12649200 w 13298134"/>
              <a:gd name="csY37" fmla="*/ 3981450 h 4362450"/>
              <a:gd name="csX38" fmla="*/ 12944475 w 13298134"/>
              <a:gd name="csY38" fmla="*/ 4114800 h 4362450"/>
              <a:gd name="csX39" fmla="*/ 13144500 w 13298134"/>
              <a:gd name="csY39" fmla="*/ 4257675 h 4362450"/>
              <a:gd name="csX40" fmla="*/ 13268325 w 13298134"/>
              <a:gd name="csY40" fmla="*/ 3181350 h 4362450"/>
              <a:gd name="csX41" fmla="*/ 12839700 w 13298134"/>
              <a:gd name="csY41" fmla="*/ 714375 h 4362450"/>
              <a:gd name="csX42" fmla="*/ 12801600 w 13298134"/>
              <a:gd name="csY42" fmla="*/ 361950 h 4362450"/>
              <a:gd name="csX43" fmla="*/ 12763500 w 13298134"/>
              <a:gd name="csY43" fmla="*/ 238125 h 4362450"/>
              <a:gd name="csX44" fmla="*/ 12020550 w 13298134"/>
              <a:gd name="csY44" fmla="*/ 247650 h 4362450"/>
              <a:gd name="csX45" fmla="*/ 5229225 w 13298134"/>
              <a:gd name="csY45" fmla="*/ 180975 h 4362450"/>
              <a:gd name="csX46" fmla="*/ 3667125 w 13298134"/>
              <a:gd name="csY46" fmla="*/ 66675 h 4362450"/>
              <a:gd name="csX47" fmla="*/ 2552700 w 13298134"/>
              <a:gd name="csY47" fmla="*/ 0 h 4362450"/>
              <a:gd name="csX48" fmla="*/ 1123950 w 13298134"/>
              <a:gd name="csY48" fmla="*/ 76200 h 4362450"/>
              <a:gd name="csX49" fmla="*/ 657225 w 13298134"/>
              <a:gd name="csY49" fmla="*/ 209550 h 4362450"/>
              <a:gd name="csX50" fmla="*/ 219075 w 13298134"/>
              <a:gd name="csY50" fmla="*/ 409575 h 4362450"/>
              <a:gd name="csX51" fmla="*/ 142875 w 13298134"/>
              <a:gd name="csY51" fmla="*/ 2790825 h 4362450"/>
              <a:gd name="csX52" fmla="*/ 114300 w 13298134"/>
              <a:gd name="csY52" fmla="*/ 3429000 h 4362450"/>
              <a:gd name="csX53" fmla="*/ 76200 w 13298134"/>
              <a:gd name="csY53" fmla="*/ 3581400 h 4362450"/>
              <a:gd name="csX54" fmla="*/ 47625 w 13298134"/>
              <a:gd name="csY54" fmla="*/ 3790950 h 4362450"/>
              <a:gd name="csX55" fmla="*/ 0 w 13298134"/>
              <a:gd name="csY55" fmla="*/ 4038600 h 4362450"/>
              <a:gd name="csX56" fmla="*/ 9525 w 13298134"/>
              <a:gd name="csY56" fmla="*/ 4257675 h 4362450"/>
              <a:gd name="csX57" fmla="*/ 28575 w 13298134"/>
              <a:gd name="csY57" fmla="*/ 4286250 h 4362450"/>
              <a:gd name="csX58" fmla="*/ 114300 w 13298134"/>
              <a:gd name="csY58" fmla="*/ 4295775 h 4362450"/>
              <a:gd name="csX59" fmla="*/ 504825 w 13298134"/>
              <a:gd name="csY59" fmla="*/ 4267200 h 4362450"/>
              <a:gd name="csX60" fmla="*/ 552450 w 13298134"/>
              <a:gd name="csY60" fmla="*/ 4248150 h 4362450"/>
              <a:gd name="csX61" fmla="*/ 590550 w 13298134"/>
              <a:gd name="csY61" fmla="*/ 4191000 h 4362450"/>
              <a:gd name="csX62" fmla="*/ 647700 w 13298134"/>
              <a:gd name="csY62" fmla="*/ 4114800 h 4362450"/>
              <a:gd name="csX63" fmla="*/ 666750 w 13298134"/>
              <a:gd name="csY63" fmla="*/ 4019550 h 4362450"/>
              <a:gd name="csX64" fmla="*/ 285750 w 13298134"/>
              <a:gd name="csY64" fmla="*/ 4362450 h 4362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3298134" h="4362450">
                <a:moveTo>
                  <a:pt x="285750" y="4362450"/>
                </a:moveTo>
                <a:lnTo>
                  <a:pt x="285750" y="4362450"/>
                </a:lnTo>
                <a:cubicBezTo>
                  <a:pt x="320675" y="4327525"/>
                  <a:pt x="357800" y="4294669"/>
                  <a:pt x="390525" y="4257675"/>
                </a:cubicBezTo>
                <a:cubicBezTo>
                  <a:pt x="531188" y="4098665"/>
                  <a:pt x="482677" y="4115635"/>
                  <a:pt x="647700" y="3962400"/>
                </a:cubicBezTo>
                <a:cubicBezTo>
                  <a:pt x="730221" y="3885773"/>
                  <a:pt x="825246" y="3822954"/>
                  <a:pt x="904875" y="3743325"/>
                </a:cubicBezTo>
                <a:cubicBezTo>
                  <a:pt x="914400" y="3733800"/>
                  <a:pt x="921402" y="3720774"/>
                  <a:pt x="933450" y="3714750"/>
                </a:cubicBezTo>
                <a:cubicBezTo>
                  <a:pt x="960391" y="3701280"/>
                  <a:pt x="991650" y="3698408"/>
                  <a:pt x="1019175" y="3686175"/>
                </a:cubicBezTo>
                <a:cubicBezTo>
                  <a:pt x="1049046" y="3672899"/>
                  <a:pt x="1075662" y="3653169"/>
                  <a:pt x="1104900" y="3638550"/>
                </a:cubicBezTo>
                <a:cubicBezTo>
                  <a:pt x="1132869" y="3624566"/>
                  <a:pt x="1162656" y="3614434"/>
                  <a:pt x="1190625" y="3600450"/>
                </a:cubicBezTo>
                <a:cubicBezTo>
                  <a:pt x="1200864" y="3595330"/>
                  <a:pt x="1208340" y="3585020"/>
                  <a:pt x="1219200" y="3581400"/>
                </a:cubicBezTo>
                <a:cubicBezTo>
                  <a:pt x="1399426" y="3521325"/>
                  <a:pt x="1214481" y="3605194"/>
                  <a:pt x="1381125" y="3533775"/>
                </a:cubicBezTo>
                <a:cubicBezTo>
                  <a:pt x="1700305" y="3396983"/>
                  <a:pt x="1249151" y="3571907"/>
                  <a:pt x="1724025" y="3400425"/>
                </a:cubicBezTo>
                <a:cubicBezTo>
                  <a:pt x="1765619" y="3385405"/>
                  <a:pt x="1803957" y="3358190"/>
                  <a:pt x="1847850" y="3352800"/>
                </a:cubicBezTo>
                <a:cubicBezTo>
                  <a:pt x="2586563" y="3262081"/>
                  <a:pt x="2208819" y="3297864"/>
                  <a:pt x="2981325" y="3248025"/>
                </a:cubicBezTo>
                <a:lnTo>
                  <a:pt x="3219450" y="3200400"/>
                </a:lnTo>
                <a:cubicBezTo>
                  <a:pt x="3413741" y="3162621"/>
                  <a:pt x="3239505" y="3200177"/>
                  <a:pt x="3409950" y="3162300"/>
                </a:cubicBezTo>
                <a:cubicBezTo>
                  <a:pt x="3508771" y="3088185"/>
                  <a:pt x="3431589" y="3142890"/>
                  <a:pt x="3648075" y="3028950"/>
                </a:cubicBezTo>
                <a:cubicBezTo>
                  <a:pt x="3657645" y="3023913"/>
                  <a:pt x="3897859" y="2892926"/>
                  <a:pt x="3933825" y="2886075"/>
                </a:cubicBezTo>
                <a:cubicBezTo>
                  <a:pt x="3936181" y="2885626"/>
                  <a:pt x="4259392" y="2864483"/>
                  <a:pt x="4333875" y="2857500"/>
                </a:cubicBezTo>
                <a:cubicBezTo>
                  <a:pt x="5445595" y="2753276"/>
                  <a:pt x="4447092" y="2837252"/>
                  <a:pt x="5000625" y="2800350"/>
                </a:cubicBezTo>
                <a:cubicBezTo>
                  <a:pt x="5083235" y="2794843"/>
                  <a:pt x="5165535" y="2784276"/>
                  <a:pt x="5248275" y="2781300"/>
                </a:cubicBezTo>
                <a:lnTo>
                  <a:pt x="6324600" y="2752725"/>
                </a:lnTo>
                <a:lnTo>
                  <a:pt x="6791325" y="2724150"/>
                </a:lnTo>
                <a:cubicBezTo>
                  <a:pt x="6829475" y="2721648"/>
                  <a:pt x="6867430" y="2712950"/>
                  <a:pt x="6905625" y="2714625"/>
                </a:cubicBezTo>
                <a:cubicBezTo>
                  <a:pt x="8900372" y="2802114"/>
                  <a:pt x="7209409" y="2754653"/>
                  <a:pt x="8248650" y="2781300"/>
                </a:cubicBezTo>
                <a:cubicBezTo>
                  <a:pt x="8495211" y="2830612"/>
                  <a:pt x="8657787" y="2865208"/>
                  <a:pt x="8924925" y="2905125"/>
                </a:cubicBezTo>
                <a:cubicBezTo>
                  <a:pt x="9054624" y="2924505"/>
                  <a:pt x="9185583" y="2934523"/>
                  <a:pt x="9315450" y="2952750"/>
                </a:cubicBezTo>
                <a:cubicBezTo>
                  <a:pt x="9366634" y="2959934"/>
                  <a:pt x="9416831" y="2973052"/>
                  <a:pt x="9467850" y="2981325"/>
                </a:cubicBezTo>
                <a:cubicBezTo>
                  <a:pt x="9534333" y="2992106"/>
                  <a:pt x="9601200" y="3000375"/>
                  <a:pt x="9667875" y="3009900"/>
                </a:cubicBezTo>
                <a:cubicBezTo>
                  <a:pt x="9775825" y="3048000"/>
                  <a:pt x="9882562" y="3089728"/>
                  <a:pt x="9991725" y="3124200"/>
                </a:cubicBezTo>
                <a:cubicBezTo>
                  <a:pt x="10065635" y="3147540"/>
                  <a:pt x="10304256" y="3206132"/>
                  <a:pt x="10391775" y="3219450"/>
                </a:cubicBezTo>
                <a:cubicBezTo>
                  <a:pt x="10477046" y="3232426"/>
                  <a:pt x="10563225" y="3238500"/>
                  <a:pt x="10648950" y="3248025"/>
                </a:cubicBezTo>
                <a:lnTo>
                  <a:pt x="11029950" y="3371850"/>
                </a:lnTo>
                <a:cubicBezTo>
                  <a:pt x="11080620" y="3388137"/>
                  <a:pt x="11133867" y="3397520"/>
                  <a:pt x="11182350" y="3419475"/>
                </a:cubicBezTo>
                <a:cubicBezTo>
                  <a:pt x="11350625" y="3495675"/>
                  <a:pt x="11510156" y="3595280"/>
                  <a:pt x="11687175" y="3648075"/>
                </a:cubicBezTo>
                <a:lnTo>
                  <a:pt x="12230100" y="3810000"/>
                </a:lnTo>
                <a:cubicBezTo>
                  <a:pt x="12309209" y="3833154"/>
                  <a:pt x="12468225" y="3876675"/>
                  <a:pt x="12468225" y="3876675"/>
                </a:cubicBezTo>
                <a:cubicBezTo>
                  <a:pt x="12528550" y="3911600"/>
                  <a:pt x="12585672" y="3952760"/>
                  <a:pt x="12649200" y="3981450"/>
                </a:cubicBezTo>
                <a:cubicBezTo>
                  <a:pt x="12747625" y="4025900"/>
                  <a:pt x="12850708" y="4061219"/>
                  <a:pt x="12944475" y="4114800"/>
                </a:cubicBezTo>
                <a:cubicBezTo>
                  <a:pt x="13279309" y="4306134"/>
                  <a:pt x="13025681" y="4218069"/>
                  <a:pt x="13144500" y="4257675"/>
                </a:cubicBezTo>
                <a:cubicBezTo>
                  <a:pt x="13314803" y="3841380"/>
                  <a:pt x="13322424" y="3890045"/>
                  <a:pt x="13268325" y="3181350"/>
                </a:cubicBezTo>
                <a:cubicBezTo>
                  <a:pt x="13179881" y="2022740"/>
                  <a:pt x="13072633" y="1690474"/>
                  <a:pt x="12839700" y="714375"/>
                </a:cubicBezTo>
                <a:cubicBezTo>
                  <a:pt x="12827000" y="596900"/>
                  <a:pt x="12820268" y="478625"/>
                  <a:pt x="12801600" y="361950"/>
                </a:cubicBezTo>
                <a:cubicBezTo>
                  <a:pt x="12794777" y="319308"/>
                  <a:pt x="12806230" y="244378"/>
                  <a:pt x="12763500" y="238125"/>
                </a:cubicBezTo>
                <a:cubicBezTo>
                  <a:pt x="12518440" y="202263"/>
                  <a:pt x="12268200" y="244475"/>
                  <a:pt x="12020550" y="247650"/>
                </a:cubicBezTo>
                <a:lnTo>
                  <a:pt x="5229225" y="180975"/>
                </a:lnTo>
                <a:cubicBezTo>
                  <a:pt x="4707560" y="159874"/>
                  <a:pt x="4188028" y="101896"/>
                  <a:pt x="3667125" y="66675"/>
                </a:cubicBezTo>
                <a:lnTo>
                  <a:pt x="2552700" y="0"/>
                </a:lnTo>
                <a:cubicBezTo>
                  <a:pt x="2076450" y="25400"/>
                  <a:pt x="1597989" y="23794"/>
                  <a:pt x="1123950" y="76200"/>
                </a:cubicBezTo>
                <a:cubicBezTo>
                  <a:pt x="963129" y="93979"/>
                  <a:pt x="812202" y="163057"/>
                  <a:pt x="657225" y="209550"/>
                </a:cubicBezTo>
                <a:cubicBezTo>
                  <a:pt x="512033" y="253108"/>
                  <a:pt x="334277" y="353620"/>
                  <a:pt x="219075" y="409575"/>
                </a:cubicBezTo>
                <a:cubicBezTo>
                  <a:pt x="193675" y="1203325"/>
                  <a:pt x="170416" y="1997146"/>
                  <a:pt x="142875" y="2790825"/>
                </a:cubicBezTo>
                <a:cubicBezTo>
                  <a:pt x="135490" y="3003635"/>
                  <a:pt x="132195" y="3216815"/>
                  <a:pt x="114300" y="3429000"/>
                </a:cubicBezTo>
                <a:cubicBezTo>
                  <a:pt x="109899" y="3481178"/>
                  <a:pt x="85686" y="3529903"/>
                  <a:pt x="76200" y="3581400"/>
                </a:cubicBezTo>
                <a:cubicBezTo>
                  <a:pt x="63429" y="3650730"/>
                  <a:pt x="59215" y="3721413"/>
                  <a:pt x="47625" y="3790950"/>
                </a:cubicBezTo>
                <a:cubicBezTo>
                  <a:pt x="33805" y="3873869"/>
                  <a:pt x="15875" y="3956050"/>
                  <a:pt x="0" y="4038600"/>
                </a:cubicBezTo>
                <a:cubicBezTo>
                  <a:pt x="3175" y="4111625"/>
                  <a:pt x="1147" y="4185063"/>
                  <a:pt x="9525" y="4257675"/>
                </a:cubicBezTo>
                <a:cubicBezTo>
                  <a:pt x="10837" y="4269047"/>
                  <a:pt x="17817" y="4282338"/>
                  <a:pt x="28575" y="4286250"/>
                </a:cubicBezTo>
                <a:cubicBezTo>
                  <a:pt x="55595" y="4296075"/>
                  <a:pt x="85725" y="4292600"/>
                  <a:pt x="114300" y="4295775"/>
                </a:cubicBezTo>
                <a:cubicBezTo>
                  <a:pt x="244475" y="4286250"/>
                  <a:pt x="375066" y="4281304"/>
                  <a:pt x="504825" y="4267200"/>
                </a:cubicBezTo>
                <a:cubicBezTo>
                  <a:pt x="521823" y="4265352"/>
                  <a:pt x="539671" y="4259509"/>
                  <a:pt x="552450" y="4248150"/>
                </a:cubicBezTo>
                <a:cubicBezTo>
                  <a:pt x="569562" y="4232939"/>
                  <a:pt x="575234" y="4208018"/>
                  <a:pt x="590550" y="4191000"/>
                </a:cubicBezTo>
                <a:cubicBezTo>
                  <a:pt x="654627" y="4119803"/>
                  <a:pt x="629233" y="4188669"/>
                  <a:pt x="647700" y="4114800"/>
                </a:cubicBezTo>
                <a:lnTo>
                  <a:pt x="666750" y="4019550"/>
                </a:lnTo>
                <a:lnTo>
                  <a:pt x="285750" y="4362450"/>
                </a:lnTo>
                <a:close/>
              </a:path>
            </a:pathLst>
          </a:custGeom>
          <a:solidFill>
            <a:schemeClr val="tx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9E8940-EFC1-3631-3822-8E4359836EA2}"/>
              </a:ext>
            </a:extLst>
          </p:cNvPr>
          <p:cNvSpPr txBox="1"/>
          <p:nvPr/>
        </p:nvSpPr>
        <p:spPr>
          <a:xfrm>
            <a:off x="4133999" y="684392"/>
            <a:ext cx="3359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second floor is out of bounds.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8BAB0B-5880-DD31-6B08-FBB46F2CE7FA}"/>
              </a:ext>
            </a:extLst>
          </p:cNvPr>
          <p:cNvGrpSpPr/>
          <p:nvPr/>
        </p:nvGrpSpPr>
        <p:grpSpPr>
          <a:xfrm>
            <a:off x="9723924" y="5322871"/>
            <a:ext cx="1447365" cy="1347111"/>
            <a:chOff x="9723924" y="5322871"/>
            <a:chExt cx="1447365" cy="134711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7E23A2E-26FB-A305-301F-5627DEDD272A}"/>
                </a:ext>
              </a:extLst>
            </p:cNvPr>
            <p:cNvSpPr/>
            <p:nvPr/>
          </p:nvSpPr>
          <p:spPr>
            <a:xfrm rot="2023533">
              <a:off x="10228314" y="5322871"/>
              <a:ext cx="942975" cy="419100"/>
            </a:xfrm>
            <a:custGeom>
              <a:avLst/>
              <a:gdLst>
                <a:gd name="csX0" fmla="*/ 0 w 942975"/>
                <a:gd name="csY0" fmla="*/ 190500 h 419100"/>
                <a:gd name="csX1" fmla="*/ 104775 w 942975"/>
                <a:gd name="csY1" fmla="*/ 0 h 419100"/>
                <a:gd name="csX2" fmla="*/ 942975 w 942975"/>
                <a:gd name="csY2" fmla="*/ 304800 h 419100"/>
                <a:gd name="csX3" fmla="*/ 933450 w 942975"/>
                <a:gd name="csY3" fmla="*/ 419100 h 419100"/>
                <a:gd name="csX4" fmla="*/ 0 w 942975"/>
                <a:gd name="csY4" fmla="*/ 190500 h 419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42975" h="419100">
                  <a:moveTo>
                    <a:pt x="0" y="190500"/>
                  </a:moveTo>
                  <a:lnTo>
                    <a:pt x="104775" y="0"/>
                  </a:lnTo>
                  <a:lnTo>
                    <a:pt x="942975" y="304800"/>
                  </a:lnTo>
                  <a:lnTo>
                    <a:pt x="933450" y="4191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6EFC01C-4D6C-66AE-C850-8316B08A23CB}"/>
                </a:ext>
              </a:extLst>
            </p:cNvPr>
            <p:cNvSpPr/>
            <p:nvPr/>
          </p:nvSpPr>
          <p:spPr>
            <a:xfrm>
              <a:off x="9723924" y="5709899"/>
              <a:ext cx="942975" cy="419100"/>
            </a:xfrm>
            <a:custGeom>
              <a:avLst/>
              <a:gdLst>
                <a:gd name="csX0" fmla="*/ 0 w 942975"/>
                <a:gd name="csY0" fmla="*/ 190500 h 419100"/>
                <a:gd name="csX1" fmla="*/ 104775 w 942975"/>
                <a:gd name="csY1" fmla="*/ 0 h 419100"/>
                <a:gd name="csX2" fmla="*/ 942975 w 942975"/>
                <a:gd name="csY2" fmla="*/ 304800 h 419100"/>
                <a:gd name="csX3" fmla="*/ 933450 w 942975"/>
                <a:gd name="csY3" fmla="*/ 419100 h 419100"/>
                <a:gd name="csX4" fmla="*/ 0 w 942975"/>
                <a:gd name="csY4" fmla="*/ 190500 h 419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42975" h="419100">
                  <a:moveTo>
                    <a:pt x="0" y="190500"/>
                  </a:moveTo>
                  <a:lnTo>
                    <a:pt x="104775" y="0"/>
                  </a:lnTo>
                  <a:lnTo>
                    <a:pt x="942975" y="304800"/>
                  </a:lnTo>
                  <a:lnTo>
                    <a:pt x="933450" y="4191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CA5CB58-7F17-07AB-3740-74DE58B8E5AF}"/>
                </a:ext>
              </a:extLst>
            </p:cNvPr>
            <p:cNvSpPr/>
            <p:nvPr/>
          </p:nvSpPr>
          <p:spPr>
            <a:xfrm rot="19626535">
              <a:off x="9931083" y="6250882"/>
              <a:ext cx="942975" cy="419100"/>
            </a:xfrm>
            <a:custGeom>
              <a:avLst/>
              <a:gdLst>
                <a:gd name="csX0" fmla="*/ 0 w 942975"/>
                <a:gd name="csY0" fmla="*/ 190500 h 419100"/>
                <a:gd name="csX1" fmla="*/ 104775 w 942975"/>
                <a:gd name="csY1" fmla="*/ 0 h 419100"/>
                <a:gd name="csX2" fmla="*/ 942975 w 942975"/>
                <a:gd name="csY2" fmla="*/ 304800 h 419100"/>
                <a:gd name="csX3" fmla="*/ 933450 w 942975"/>
                <a:gd name="csY3" fmla="*/ 419100 h 419100"/>
                <a:gd name="csX4" fmla="*/ 0 w 942975"/>
                <a:gd name="csY4" fmla="*/ 190500 h 419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42975" h="419100">
                  <a:moveTo>
                    <a:pt x="0" y="190500"/>
                  </a:moveTo>
                  <a:lnTo>
                    <a:pt x="104775" y="0"/>
                  </a:lnTo>
                  <a:lnTo>
                    <a:pt x="942975" y="304800"/>
                  </a:lnTo>
                  <a:lnTo>
                    <a:pt x="933450" y="4191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806963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AE56C3-E441-2514-55AF-3C7F392D2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7710C6-7C16-EE06-DC40-E843A7150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6DB8D6A-C68A-B511-D4D8-93BA784154E5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14194AD-63E2-3631-2434-2B7541C54640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Freeform: Shape 20">
            <a:hlinkClick r:id="rId4" action="ppaction://hlinksldjump"/>
            <a:extLst>
              <a:ext uri="{FF2B5EF4-FFF2-40B4-BE49-F238E27FC236}">
                <a16:creationId xmlns:a16="http://schemas.microsoft.com/office/drawing/2014/main" id="{77AEC6D6-DD06-F853-24F0-61C6EA9ECDE7}"/>
              </a:ext>
            </a:extLst>
          </p:cNvPr>
          <p:cNvSpPr/>
          <p:nvPr/>
        </p:nvSpPr>
        <p:spPr>
          <a:xfrm>
            <a:off x="-571500" y="-923925"/>
            <a:ext cx="13298134" cy="4362450"/>
          </a:xfrm>
          <a:custGeom>
            <a:avLst/>
            <a:gdLst>
              <a:gd name="csX0" fmla="*/ 285750 w 13298134"/>
              <a:gd name="csY0" fmla="*/ 4362450 h 4362450"/>
              <a:gd name="csX1" fmla="*/ 285750 w 13298134"/>
              <a:gd name="csY1" fmla="*/ 4362450 h 4362450"/>
              <a:gd name="csX2" fmla="*/ 390525 w 13298134"/>
              <a:gd name="csY2" fmla="*/ 4257675 h 4362450"/>
              <a:gd name="csX3" fmla="*/ 647700 w 13298134"/>
              <a:gd name="csY3" fmla="*/ 3962400 h 4362450"/>
              <a:gd name="csX4" fmla="*/ 904875 w 13298134"/>
              <a:gd name="csY4" fmla="*/ 3743325 h 4362450"/>
              <a:gd name="csX5" fmla="*/ 933450 w 13298134"/>
              <a:gd name="csY5" fmla="*/ 3714750 h 4362450"/>
              <a:gd name="csX6" fmla="*/ 1019175 w 13298134"/>
              <a:gd name="csY6" fmla="*/ 3686175 h 4362450"/>
              <a:gd name="csX7" fmla="*/ 1104900 w 13298134"/>
              <a:gd name="csY7" fmla="*/ 3638550 h 4362450"/>
              <a:gd name="csX8" fmla="*/ 1190625 w 13298134"/>
              <a:gd name="csY8" fmla="*/ 3600450 h 4362450"/>
              <a:gd name="csX9" fmla="*/ 1219200 w 13298134"/>
              <a:gd name="csY9" fmla="*/ 3581400 h 4362450"/>
              <a:gd name="csX10" fmla="*/ 1381125 w 13298134"/>
              <a:gd name="csY10" fmla="*/ 3533775 h 4362450"/>
              <a:gd name="csX11" fmla="*/ 1724025 w 13298134"/>
              <a:gd name="csY11" fmla="*/ 3400425 h 4362450"/>
              <a:gd name="csX12" fmla="*/ 1847850 w 13298134"/>
              <a:gd name="csY12" fmla="*/ 3352800 h 4362450"/>
              <a:gd name="csX13" fmla="*/ 2981325 w 13298134"/>
              <a:gd name="csY13" fmla="*/ 3248025 h 4362450"/>
              <a:gd name="csX14" fmla="*/ 3219450 w 13298134"/>
              <a:gd name="csY14" fmla="*/ 3200400 h 4362450"/>
              <a:gd name="csX15" fmla="*/ 3409950 w 13298134"/>
              <a:gd name="csY15" fmla="*/ 3162300 h 4362450"/>
              <a:gd name="csX16" fmla="*/ 3648075 w 13298134"/>
              <a:gd name="csY16" fmla="*/ 3028950 h 4362450"/>
              <a:gd name="csX17" fmla="*/ 3933825 w 13298134"/>
              <a:gd name="csY17" fmla="*/ 2886075 h 4362450"/>
              <a:gd name="csX18" fmla="*/ 4333875 w 13298134"/>
              <a:gd name="csY18" fmla="*/ 2857500 h 4362450"/>
              <a:gd name="csX19" fmla="*/ 5000625 w 13298134"/>
              <a:gd name="csY19" fmla="*/ 2800350 h 4362450"/>
              <a:gd name="csX20" fmla="*/ 5248275 w 13298134"/>
              <a:gd name="csY20" fmla="*/ 2781300 h 4362450"/>
              <a:gd name="csX21" fmla="*/ 6324600 w 13298134"/>
              <a:gd name="csY21" fmla="*/ 2752725 h 4362450"/>
              <a:gd name="csX22" fmla="*/ 6791325 w 13298134"/>
              <a:gd name="csY22" fmla="*/ 2724150 h 4362450"/>
              <a:gd name="csX23" fmla="*/ 6905625 w 13298134"/>
              <a:gd name="csY23" fmla="*/ 2714625 h 4362450"/>
              <a:gd name="csX24" fmla="*/ 8248650 w 13298134"/>
              <a:gd name="csY24" fmla="*/ 2781300 h 4362450"/>
              <a:gd name="csX25" fmla="*/ 8924925 w 13298134"/>
              <a:gd name="csY25" fmla="*/ 2905125 h 4362450"/>
              <a:gd name="csX26" fmla="*/ 9315450 w 13298134"/>
              <a:gd name="csY26" fmla="*/ 2952750 h 4362450"/>
              <a:gd name="csX27" fmla="*/ 9467850 w 13298134"/>
              <a:gd name="csY27" fmla="*/ 2981325 h 4362450"/>
              <a:gd name="csX28" fmla="*/ 9667875 w 13298134"/>
              <a:gd name="csY28" fmla="*/ 3009900 h 4362450"/>
              <a:gd name="csX29" fmla="*/ 9991725 w 13298134"/>
              <a:gd name="csY29" fmla="*/ 3124200 h 4362450"/>
              <a:gd name="csX30" fmla="*/ 10391775 w 13298134"/>
              <a:gd name="csY30" fmla="*/ 3219450 h 4362450"/>
              <a:gd name="csX31" fmla="*/ 10648950 w 13298134"/>
              <a:gd name="csY31" fmla="*/ 3248025 h 4362450"/>
              <a:gd name="csX32" fmla="*/ 11029950 w 13298134"/>
              <a:gd name="csY32" fmla="*/ 3371850 h 4362450"/>
              <a:gd name="csX33" fmla="*/ 11182350 w 13298134"/>
              <a:gd name="csY33" fmla="*/ 3419475 h 4362450"/>
              <a:gd name="csX34" fmla="*/ 11687175 w 13298134"/>
              <a:gd name="csY34" fmla="*/ 3648075 h 4362450"/>
              <a:gd name="csX35" fmla="*/ 12230100 w 13298134"/>
              <a:gd name="csY35" fmla="*/ 3810000 h 4362450"/>
              <a:gd name="csX36" fmla="*/ 12468225 w 13298134"/>
              <a:gd name="csY36" fmla="*/ 3876675 h 4362450"/>
              <a:gd name="csX37" fmla="*/ 12649200 w 13298134"/>
              <a:gd name="csY37" fmla="*/ 3981450 h 4362450"/>
              <a:gd name="csX38" fmla="*/ 12944475 w 13298134"/>
              <a:gd name="csY38" fmla="*/ 4114800 h 4362450"/>
              <a:gd name="csX39" fmla="*/ 13144500 w 13298134"/>
              <a:gd name="csY39" fmla="*/ 4257675 h 4362450"/>
              <a:gd name="csX40" fmla="*/ 13268325 w 13298134"/>
              <a:gd name="csY40" fmla="*/ 3181350 h 4362450"/>
              <a:gd name="csX41" fmla="*/ 12839700 w 13298134"/>
              <a:gd name="csY41" fmla="*/ 714375 h 4362450"/>
              <a:gd name="csX42" fmla="*/ 12801600 w 13298134"/>
              <a:gd name="csY42" fmla="*/ 361950 h 4362450"/>
              <a:gd name="csX43" fmla="*/ 12763500 w 13298134"/>
              <a:gd name="csY43" fmla="*/ 238125 h 4362450"/>
              <a:gd name="csX44" fmla="*/ 12020550 w 13298134"/>
              <a:gd name="csY44" fmla="*/ 247650 h 4362450"/>
              <a:gd name="csX45" fmla="*/ 5229225 w 13298134"/>
              <a:gd name="csY45" fmla="*/ 180975 h 4362450"/>
              <a:gd name="csX46" fmla="*/ 3667125 w 13298134"/>
              <a:gd name="csY46" fmla="*/ 66675 h 4362450"/>
              <a:gd name="csX47" fmla="*/ 2552700 w 13298134"/>
              <a:gd name="csY47" fmla="*/ 0 h 4362450"/>
              <a:gd name="csX48" fmla="*/ 1123950 w 13298134"/>
              <a:gd name="csY48" fmla="*/ 76200 h 4362450"/>
              <a:gd name="csX49" fmla="*/ 657225 w 13298134"/>
              <a:gd name="csY49" fmla="*/ 209550 h 4362450"/>
              <a:gd name="csX50" fmla="*/ 219075 w 13298134"/>
              <a:gd name="csY50" fmla="*/ 409575 h 4362450"/>
              <a:gd name="csX51" fmla="*/ 142875 w 13298134"/>
              <a:gd name="csY51" fmla="*/ 2790825 h 4362450"/>
              <a:gd name="csX52" fmla="*/ 114300 w 13298134"/>
              <a:gd name="csY52" fmla="*/ 3429000 h 4362450"/>
              <a:gd name="csX53" fmla="*/ 76200 w 13298134"/>
              <a:gd name="csY53" fmla="*/ 3581400 h 4362450"/>
              <a:gd name="csX54" fmla="*/ 47625 w 13298134"/>
              <a:gd name="csY54" fmla="*/ 3790950 h 4362450"/>
              <a:gd name="csX55" fmla="*/ 0 w 13298134"/>
              <a:gd name="csY55" fmla="*/ 4038600 h 4362450"/>
              <a:gd name="csX56" fmla="*/ 9525 w 13298134"/>
              <a:gd name="csY56" fmla="*/ 4257675 h 4362450"/>
              <a:gd name="csX57" fmla="*/ 28575 w 13298134"/>
              <a:gd name="csY57" fmla="*/ 4286250 h 4362450"/>
              <a:gd name="csX58" fmla="*/ 114300 w 13298134"/>
              <a:gd name="csY58" fmla="*/ 4295775 h 4362450"/>
              <a:gd name="csX59" fmla="*/ 504825 w 13298134"/>
              <a:gd name="csY59" fmla="*/ 4267200 h 4362450"/>
              <a:gd name="csX60" fmla="*/ 552450 w 13298134"/>
              <a:gd name="csY60" fmla="*/ 4248150 h 4362450"/>
              <a:gd name="csX61" fmla="*/ 590550 w 13298134"/>
              <a:gd name="csY61" fmla="*/ 4191000 h 4362450"/>
              <a:gd name="csX62" fmla="*/ 647700 w 13298134"/>
              <a:gd name="csY62" fmla="*/ 4114800 h 4362450"/>
              <a:gd name="csX63" fmla="*/ 666750 w 13298134"/>
              <a:gd name="csY63" fmla="*/ 4019550 h 4362450"/>
              <a:gd name="csX64" fmla="*/ 285750 w 13298134"/>
              <a:gd name="csY64" fmla="*/ 4362450 h 4362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3298134" h="4362450">
                <a:moveTo>
                  <a:pt x="285750" y="4362450"/>
                </a:moveTo>
                <a:lnTo>
                  <a:pt x="285750" y="4362450"/>
                </a:lnTo>
                <a:cubicBezTo>
                  <a:pt x="320675" y="4327525"/>
                  <a:pt x="357800" y="4294669"/>
                  <a:pt x="390525" y="4257675"/>
                </a:cubicBezTo>
                <a:cubicBezTo>
                  <a:pt x="531188" y="4098665"/>
                  <a:pt x="482677" y="4115635"/>
                  <a:pt x="647700" y="3962400"/>
                </a:cubicBezTo>
                <a:cubicBezTo>
                  <a:pt x="730221" y="3885773"/>
                  <a:pt x="825246" y="3822954"/>
                  <a:pt x="904875" y="3743325"/>
                </a:cubicBezTo>
                <a:cubicBezTo>
                  <a:pt x="914400" y="3733800"/>
                  <a:pt x="921402" y="3720774"/>
                  <a:pt x="933450" y="3714750"/>
                </a:cubicBezTo>
                <a:cubicBezTo>
                  <a:pt x="960391" y="3701280"/>
                  <a:pt x="991650" y="3698408"/>
                  <a:pt x="1019175" y="3686175"/>
                </a:cubicBezTo>
                <a:cubicBezTo>
                  <a:pt x="1049046" y="3672899"/>
                  <a:pt x="1075662" y="3653169"/>
                  <a:pt x="1104900" y="3638550"/>
                </a:cubicBezTo>
                <a:cubicBezTo>
                  <a:pt x="1132869" y="3624566"/>
                  <a:pt x="1162656" y="3614434"/>
                  <a:pt x="1190625" y="3600450"/>
                </a:cubicBezTo>
                <a:cubicBezTo>
                  <a:pt x="1200864" y="3595330"/>
                  <a:pt x="1208340" y="3585020"/>
                  <a:pt x="1219200" y="3581400"/>
                </a:cubicBezTo>
                <a:cubicBezTo>
                  <a:pt x="1399426" y="3521325"/>
                  <a:pt x="1214481" y="3605194"/>
                  <a:pt x="1381125" y="3533775"/>
                </a:cubicBezTo>
                <a:cubicBezTo>
                  <a:pt x="1700305" y="3396983"/>
                  <a:pt x="1249151" y="3571907"/>
                  <a:pt x="1724025" y="3400425"/>
                </a:cubicBezTo>
                <a:cubicBezTo>
                  <a:pt x="1765619" y="3385405"/>
                  <a:pt x="1803957" y="3358190"/>
                  <a:pt x="1847850" y="3352800"/>
                </a:cubicBezTo>
                <a:cubicBezTo>
                  <a:pt x="2586563" y="3262081"/>
                  <a:pt x="2208819" y="3297864"/>
                  <a:pt x="2981325" y="3248025"/>
                </a:cubicBezTo>
                <a:lnTo>
                  <a:pt x="3219450" y="3200400"/>
                </a:lnTo>
                <a:cubicBezTo>
                  <a:pt x="3413741" y="3162621"/>
                  <a:pt x="3239505" y="3200177"/>
                  <a:pt x="3409950" y="3162300"/>
                </a:cubicBezTo>
                <a:cubicBezTo>
                  <a:pt x="3508771" y="3088185"/>
                  <a:pt x="3431589" y="3142890"/>
                  <a:pt x="3648075" y="3028950"/>
                </a:cubicBezTo>
                <a:cubicBezTo>
                  <a:pt x="3657645" y="3023913"/>
                  <a:pt x="3897859" y="2892926"/>
                  <a:pt x="3933825" y="2886075"/>
                </a:cubicBezTo>
                <a:cubicBezTo>
                  <a:pt x="3936181" y="2885626"/>
                  <a:pt x="4259392" y="2864483"/>
                  <a:pt x="4333875" y="2857500"/>
                </a:cubicBezTo>
                <a:cubicBezTo>
                  <a:pt x="5445595" y="2753276"/>
                  <a:pt x="4447092" y="2837252"/>
                  <a:pt x="5000625" y="2800350"/>
                </a:cubicBezTo>
                <a:cubicBezTo>
                  <a:pt x="5083235" y="2794843"/>
                  <a:pt x="5165535" y="2784276"/>
                  <a:pt x="5248275" y="2781300"/>
                </a:cubicBezTo>
                <a:lnTo>
                  <a:pt x="6324600" y="2752725"/>
                </a:lnTo>
                <a:lnTo>
                  <a:pt x="6791325" y="2724150"/>
                </a:lnTo>
                <a:cubicBezTo>
                  <a:pt x="6829475" y="2721648"/>
                  <a:pt x="6867430" y="2712950"/>
                  <a:pt x="6905625" y="2714625"/>
                </a:cubicBezTo>
                <a:cubicBezTo>
                  <a:pt x="8900372" y="2802114"/>
                  <a:pt x="7209409" y="2754653"/>
                  <a:pt x="8248650" y="2781300"/>
                </a:cubicBezTo>
                <a:cubicBezTo>
                  <a:pt x="8495211" y="2830612"/>
                  <a:pt x="8657787" y="2865208"/>
                  <a:pt x="8924925" y="2905125"/>
                </a:cubicBezTo>
                <a:cubicBezTo>
                  <a:pt x="9054624" y="2924505"/>
                  <a:pt x="9185583" y="2934523"/>
                  <a:pt x="9315450" y="2952750"/>
                </a:cubicBezTo>
                <a:cubicBezTo>
                  <a:pt x="9366634" y="2959934"/>
                  <a:pt x="9416831" y="2973052"/>
                  <a:pt x="9467850" y="2981325"/>
                </a:cubicBezTo>
                <a:cubicBezTo>
                  <a:pt x="9534333" y="2992106"/>
                  <a:pt x="9601200" y="3000375"/>
                  <a:pt x="9667875" y="3009900"/>
                </a:cubicBezTo>
                <a:cubicBezTo>
                  <a:pt x="9775825" y="3048000"/>
                  <a:pt x="9882562" y="3089728"/>
                  <a:pt x="9991725" y="3124200"/>
                </a:cubicBezTo>
                <a:cubicBezTo>
                  <a:pt x="10065635" y="3147540"/>
                  <a:pt x="10304256" y="3206132"/>
                  <a:pt x="10391775" y="3219450"/>
                </a:cubicBezTo>
                <a:cubicBezTo>
                  <a:pt x="10477046" y="3232426"/>
                  <a:pt x="10563225" y="3238500"/>
                  <a:pt x="10648950" y="3248025"/>
                </a:cubicBezTo>
                <a:lnTo>
                  <a:pt x="11029950" y="3371850"/>
                </a:lnTo>
                <a:cubicBezTo>
                  <a:pt x="11080620" y="3388137"/>
                  <a:pt x="11133867" y="3397520"/>
                  <a:pt x="11182350" y="3419475"/>
                </a:cubicBezTo>
                <a:cubicBezTo>
                  <a:pt x="11350625" y="3495675"/>
                  <a:pt x="11510156" y="3595280"/>
                  <a:pt x="11687175" y="3648075"/>
                </a:cubicBezTo>
                <a:lnTo>
                  <a:pt x="12230100" y="3810000"/>
                </a:lnTo>
                <a:cubicBezTo>
                  <a:pt x="12309209" y="3833154"/>
                  <a:pt x="12468225" y="3876675"/>
                  <a:pt x="12468225" y="3876675"/>
                </a:cubicBezTo>
                <a:cubicBezTo>
                  <a:pt x="12528550" y="3911600"/>
                  <a:pt x="12585672" y="3952760"/>
                  <a:pt x="12649200" y="3981450"/>
                </a:cubicBezTo>
                <a:cubicBezTo>
                  <a:pt x="12747625" y="4025900"/>
                  <a:pt x="12850708" y="4061219"/>
                  <a:pt x="12944475" y="4114800"/>
                </a:cubicBezTo>
                <a:cubicBezTo>
                  <a:pt x="13279309" y="4306134"/>
                  <a:pt x="13025681" y="4218069"/>
                  <a:pt x="13144500" y="4257675"/>
                </a:cubicBezTo>
                <a:cubicBezTo>
                  <a:pt x="13314803" y="3841380"/>
                  <a:pt x="13322424" y="3890045"/>
                  <a:pt x="13268325" y="3181350"/>
                </a:cubicBezTo>
                <a:cubicBezTo>
                  <a:pt x="13179881" y="2022740"/>
                  <a:pt x="13072633" y="1690474"/>
                  <a:pt x="12839700" y="714375"/>
                </a:cubicBezTo>
                <a:cubicBezTo>
                  <a:pt x="12827000" y="596900"/>
                  <a:pt x="12820268" y="478625"/>
                  <a:pt x="12801600" y="361950"/>
                </a:cubicBezTo>
                <a:cubicBezTo>
                  <a:pt x="12794777" y="319308"/>
                  <a:pt x="12806230" y="244378"/>
                  <a:pt x="12763500" y="238125"/>
                </a:cubicBezTo>
                <a:cubicBezTo>
                  <a:pt x="12518440" y="202263"/>
                  <a:pt x="12268200" y="244475"/>
                  <a:pt x="12020550" y="247650"/>
                </a:cubicBezTo>
                <a:lnTo>
                  <a:pt x="5229225" y="180975"/>
                </a:lnTo>
                <a:cubicBezTo>
                  <a:pt x="4707560" y="159874"/>
                  <a:pt x="4188028" y="101896"/>
                  <a:pt x="3667125" y="66675"/>
                </a:cubicBezTo>
                <a:lnTo>
                  <a:pt x="2552700" y="0"/>
                </a:lnTo>
                <a:cubicBezTo>
                  <a:pt x="2076450" y="25400"/>
                  <a:pt x="1597989" y="23794"/>
                  <a:pt x="1123950" y="76200"/>
                </a:cubicBezTo>
                <a:cubicBezTo>
                  <a:pt x="963129" y="93979"/>
                  <a:pt x="812202" y="163057"/>
                  <a:pt x="657225" y="209550"/>
                </a:cubicBezTo>
                <a:cubicBezTo>
                  <a:pt x="512033" y="253108"/>
                  <a:pt x="334277" y="353620"/>
                  <a:pt x="219075" y="409575"/>
                </a:cubicBezTo>
                <a:cubicBezTo>
                  <a:pt x="193675" y="1203325"/>
                  <a:pt x="170416" y="1997146"/>
                  <a:pt x="142875" y="2790825"/>
                </a:cubicBezTo>
                <a:cubicBezTo>
                  <a:pt x="135490" y="3003635"/>
                  <a:pt x="132195" y="3216815"/>
                  <a:pt x="114300" y="3429000"/>
                </a:cubicBezTo>
                <a:cubicBezTo>
                  <a:pt x="109899" y="3481178"/>
                  <a:pt x="85686" y="3529903"/>
                  <a:pt x="76200" y="3581400"/>
                </a:cubicBezTo>
                <a:cubicBezTo>
                  <a:pt x="63429" y="3650730"/>
                  <a:pt x="59215" y="3721413"/>
                  <a:pt x="47625" y="3790950"/>
                </a:cubicBezTo>
                <a:cubicBezTo>
                  <a:pt x="33805" y="3873869"/>
                  <a:pt x="15875" y="3956050"/>
                  <a:pt x="0" y="4038600"/>
                </a:cubicBezTo>
                <a:cubicBezTo>
                  <a:pt x="3175" y="4111625"/>
                  <a:pt x="1147" y="4185063"/>
                  <a:pt x="9525" y="4257675"/>
                </a:cubicBezTo>
                <a:cubicBezTo>
                  <a:pt x="10837" y="4269047"/>
                  <a:pt x="17817" y="4282338"/>
                  <a:pt x="28575" y="4286250"/>
                </a:cubicBezTo>
                <a:cubicBezTo>
                  <a:pt x="55595" y="4296075"/>
                  <a:pt x="85725" y="4292600"/>
                  <a:pt x="114300" y="4295775"/>
                </a:cubicBezTo>
                <a:cubicBezTo>
                  <a:pt x="244475" y="4286250"/>
                  <a:pt x="375066" y="4281304"/>
                  <a:pt x="504825" y="4267200"/>
                </a:cubicBezTo>
                <a:cubicBezTo>
                  <a:pt x="521823" y="4265352"/>
                  <a:pt x="539671" y="4259509"/>
                  <a:pt x="552450" y="4248150"/>
                </a:cubicBezTo>
                <a:cubicBezTo>
                  <a:pt x="569562" y="4232939"/>
                  <a:pt x="575234" y="4208018"/>
                  <a:pt x="590550" y="4191000"/>
                </a:cubicBezTo>
                <a:cubicBezTo>
                  <a:pt x="654627" y="4119803"/>
                  <a:pt x="629233" y="4188669"/>
                  <a:pt x="647700" y="4114800"/>
                </a:cubicBezTo>
                <a:lnTo>
                  <a:pt x="666750" y="4019550"/>
                </a:lnTo>
                <a:lnTo>
                  <a:pt x="285750" y="4362450"/>
                </a:lnTo>
                <a:close/>
              </a:path>
            </a:pathLst>
          </a:custGeom>
          <a:solidFill>
            <a:schemeClr val="tx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3D9C1A-EE29-0DF3-D66E-437A9E3E880A}"/>
              </a:ext>
            </a:extLst>
          </p:cNvPr>
          <p:cNvSpPr txBox="1"/>
          <p:nvPr/>
        </p:nvSpPr>
        <p:spPr>
          <a:xfrm>
            <a:off x="4133999" y="684392"/>
            <a:ext cx="3359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second floor is out of bounds.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996741-272D-0000-CDAB-1C9C9ED8875C}"/>
              </a:ext>
            </a:extLst>
          </p:cNvPr>
          <p:cNvGrpSpPr/>
          <p:nvPr/>
        </p:nvGrpSpPr>
        <p:grpSpPr>
          <a:xfrm>
            <a:off x="1462402" y="-335912"/>
            <a:ext cx="6858000" cy="6858000"/>
            <a:chOff x="1462402" y="-121827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9B56ED2-4976-2957-87DF-BF508FBAB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2402" y="-121827"/>
              <a:ext cx="6858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2B034C3-550A-B7EE-4C54-D9FDB4094A18}"/>
                </a:ext>
              </a:extLst>
            </p:cNvPr>
            <p:cNvSpPr txBox="1"/>
            <p:nvPr/>
          </p:nvSpPr>
          <p:spPr>
            <a:xfrm>
              <a:off x="2972882" y="2851630"/>
              <a:ext cx="3359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 err="1">
                  <a:latin typeface="AaYuanWeiTuSi" panose="02010600010101010101" pitchFamily="2" charset="-122"/>
                  <a:ea typeface="AaYuanWeiTuSi" panose="02010600010101010101" pitchFamily="2" charset="-122"/>
                </a:rPr>
                <a:t>Bzzz</a:t>
              </a:r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-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8B1F3D8-E606-ED7E-E22D-399B6BB4F2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420679" flipH="1">
            <a:off x="2709475" y="890165"/>
            <a:ext cx="7641913" cy="520643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8E30ED1-2D23-04EE-B6B2-C6D6006374BA}"/>
              </a:ext>
            </a:extLst>
          </p:cNvPr>
          <p:cNvGrpSpPr/>
          <p:nvPr/>
        </p:nvGrpSpPr>
        <p:grpSpPr>
          <a:xfrm>
            <a:off x="4247278" y="3953115"/>
            <a:ext cx="1471612" cy="962568"/>
            <a:chOff x="6583364" y="4577702"/>
            <a:chExt cx="1471612" cy="962568"/>
          </a:xfrm>
        </p:grpSpPr>
        <p:pic>
          <p:nvPicPr>
            <p:cNvPr id="8" name="Picture 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9E7AC5F-D46E-FD8C-BEB5-088CC3E56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603328-68D0-A2CC-6748-652A333A7552}"/>
                </a:ext>
              </a:extLst>
            </p:cNvPr>
            <p:cNvSpPr txBox="1"/>
            <p:nvPr/>
          </p:nvSpPr>
          <p:spPr>
            <a:xfrm>
              <a:off x="6841314" y="4842887"/>
              <a:ext cx="9364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Huh?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2602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C0EE3-2D59-FFBF-3328-4DAF41505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DEFCCAF-5B5B-6672-D1BB-289AB4FA8045}"/>
              </a:ext>
            </a:extLst>
          </p:cNvPr>
          <p:cNvGrpSpPr/>
          <p:nvPr/>
        </p:nvGrpSpPr>
        <p:grpSpPr>
          <a:xfrm>
            <a:off x="-3210733" y="-2660387"/>
            <a:ext cx="18048723" cy="10429037"/>
            <a:chOff x="-3210733" y="-2660387"/>
            <a:chExt cx="18048723" cy="1042903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9D00A1B-A8CB-35B9-75E4-1F924B3C1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"/>
              <a:ext cx="12192000" cy="6858000"/>
            </a:xfrm>
            <a:prstGeom prst="rect">
              <a:avLst/>
            </a:prstGeom>
          </p:spPr>
        </p:pic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6C8501A-4FA2-ABD7-9480-C26F073E898E}"/>
                </a:ext>
              </a:extLst>
            </p:cNvPr>
            <p:cNvSpPr/>
            <p:nvPr/>
          </p:nvSpPr>
          <p:spPr>
            <a:xfrm>
              <a:off x="-3210733" y="-2660387"/>
              <a:ext cx="18048723" cy="8393995"/>
            </a:xfrm>
            <a:custGeom>
              <a:avLst/>
              <a:gdLst>
                <a:gd name="csX0" fmla="*/ 3137255 w 18048723"/>
                <a:gd name="csY0" fmla="*/ 5886641 h 8393995"/>
                <a:gd name="csX1" fmla="*/ 9185630 w 18048723"/>
                <a:gd name="csY1" fmla="*/ 4495991 h 8393995"/>
                <a:gd name="csX2" fmla="*/ 15634055 w 18048723"/>
                <a:gd name="csY2" fmla="*/ 5753291 h 8393995"/>
                <a:gd name="csX3" fmla="*/ 17901005 w 18048723"/>
                <a:gd name="csY3" fmla="*/ 8239316 h 8393995"/>
                <a:gd name="csX4" fmla="*/ 15957905 w 18048723"/>
                <a:gd name="csY4" fmla="*/ 828866 h 8393995"/>
                <a:gd name="csX5" fmla="*/ 1089380 w 18048723"/>
                <a:gd name="csY5" fmla="*/ 943166 h 8393995"/>
                <a:gd name="csX6" fmla="*/ 1356080 w 18048723"/>
                <a:gd name="csY6" fmla="*/ 7648766 h 8393995"/>
                <a:gd name="csX7" fmla="*/ 3137255 w 18048723"/>
                <a:gd name="csY7" fmla="*/ 5886641 h 83939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048723" h="8393995">
                  <a:moveTo>
                    <a:pt x="3137255" y="5886641"/>
                  </a:moveTo>
                  <a:cubicBezTo>
                    <a:pt x="4442180" y="5361178"/>
                    <a:pt x="7102830" y="4518216"/>
                    <a:pt x="9185630" y="4495991"/>
                  </a:cubicBezTo>
                  <a:cubicBezTo>
                    <a:pt x="11268430" y="4473766"/>
                    <a:pt x="14181492" y="5129403"/>
                    <a:pt x="15634055" y="5753291"/>
                  </a:cubicBezTo>
                  <a:cubicBezTo>
                    <a:pt x="17086618" y="6377179"/>
                    <a:pt x="17847030" y="9060054"/>
                    <a:pt x="17901005" y="8239316"/>
                  </a:cubicBezTo>
                  <a:cubicBezTo>
                    <a:pt x="17954980" y="7418578"/>
                    <a:pt x="18759842" y="2044891"/>
                    <a:pt x="15957905" y="828866"/>
                  </a:cubicBezTo>
                  <a:cubicBezTo>
                    <a:pt x="13155968" y="-387159"/>
                    <a:pt x="3523018" y="-193484"/>
                    <a:pt x="1089380" y="943166"/>
                  </a:cubicBezTo>
                  <a:cubicBezTo>
                    <a:pt x="-1344258" y="2079816"/>
                    <a:pt x="1010005" y="6828029"/>
                    <a:pt x="1356080" y="7648766"/>
                  </a:cubicBezTo>
                  <a:cubicBezTo>
                    <a:pt x="1702155" y="8469503"/>
                    <a:pt x="1832330" y="6412104"/>
                    <a:pt x="3137255" y="5886641"/>
                  </a:cubicBez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1707E63-6A2A-6601-A580-21C7EF3C0B79}"/>
                </a:ext>
              </a:extLst>
            </p:cNvPr>
            <p:cNvSpPr/>
            <p:nvPr/>
          </p:nvSpPr>
          <p:spPr>
            <a:xfrm>
              <a:off x="866775" y="2171667"/>
              <a:ext cx="2933700" cy="3095673"/>
            </a:xfrm>
            <a:custGeom>
              <a:avLst/>
              <a:gdLst>
                <a:gd name="csX0" fmla="*/ 19050 w 2933700"/>
                <a:gd name="csY0" fmla="*/ 695358 h 3095673"/>
                <a:gd name="csX1" fmla="*/ 19050 w 2933700"/>
                <a:gd name="csY1" fmla="*/ 695358 h 3095673"/>
                <a:gd name="csX2" fmla="*/ 247650 w 2933700"/>
                <a:gd name="csY2" fmla="*/ 533433 h 3095673"/>
                <a:gd name="csX3" fmla="*/ 390525 w 2933700"/>
                <a:gd name="csY3" fmla="*/ 514383 h 3095673"/>
                <a:gd name="csX4" fmla="*/ 685800 w 2933700"/>
                <a:gd name="csY4" fmla="*/ 466758 h 3095673"/>
                <a:gd name="csX5" fmla="*/ 762000 w 2933700"/>
                <a:gd name="csY5" fmla="*/ 447708 h 3095673"/>
                <a:gd name="csX6" fmla="*/ 809625 w 2933700"/>
                <a:gd name="csY6" fmla="*/ 438183 h 3095673"/>
                <a:gd name="csX7" fmla="*/ 942975 w 2933700"/>
                <a:gd name="csY7" fmla="*/ 390558 h 3095673"/>
                <a:gd name="csX8" fmla="*/ 1143000 w 2933700"/>
                <a:gd name="csY8" fmla="*/ 323883 h 3095673"/>
                <a:gd name="csX9" fmla="*/ 1247775 w 2933700"/>
                <a:gd name="csY9" fmla="*/ 285783 h 3095673"/>
                <a:gd name="csX10" fmla="*/ 1390650 w 2933700"/>
                <a:gd name="csY10" fmla="*/ 266733 h 3095673"/>
                <a:gd name="csX11" fmla="*/ 1562100 w 2933700"/>
                <a:gd name="csY11" fmla="*/ 219108 h 3095673"/>
                <a:gd name="csX12" fmla="*/ 1724025 w 2933700"/>
                <a:gd name="csY12" fmla="*/ 200058 h 3095673"/>
                <a:gd name="csX13" fmla="*/ 1838325 w 2933700"/>
                <a:gd name="csY13" fmla="*/ 181008 h 3095673"/>
                <a:gd name="csX14" fmla="*/ 1981200 w 2933700"/>
                <a:gd name="csY14" fmla="*/ 161958 h 3095673"/>
                <a:gd name="csX15" fmla="*/ 2066925 w 2933700"/>
                <a:gd name="csY15" fmla="*/ 142908 h 3095673"/>
                <a:gd name="csX16" fmla="*/ 2181225 w 2933700"/>
                <a:gd name="csY16" fmla="*/ 123858 h 3095673"/>
                <a:gd name="csX17" fmla="*/ 2305050 w 2933700"/>
                <a:gd name="csY17" fmla="*/ 95283 h 3095673"/>
                <a:gd name="csX18" fmla="*/ 2400300 w 2933700"/>
                <a:gd name="csY18" fmla="*/ 85758 h 3095673"/>
                <a:gd name="csX19" fmla="*/ 2457450 w 2933700"/>
                <a:gd name="csY19" fmla="*/ 66708 h 3095673"/>
                <a:gd name="csX20" fmla="*/ 2505075 w 2933700"/>
                <a:gd name="csY20" fmla="*/ 57183 h 3095673"/>
                <a:gd name="csX21" fmla="*/ 2552700 w 2933700"/>
                <a:gd name="csY21" fmla="*/ 38133 h 3095673"/>
                <a:gd name="csX22" fmla="*/ 2590800 w 2933700"/>
                <a:gd name="csY22" fmla="*/ 28608 h 3095673"/>
                <a:gd name="csX23" fmla="*/ 2676525 w 2933700"/>
                <a:gd name="csY23" fmla="*/ 9558 h 3095673"/>
                <a:gd name="csX24" fmla="*/ 2933700 w 2933700"/>
                <a:gd name="csY24" fmla="*/ 33 h 3095673"/>
                <a:gd name="csX25" fmla="*/ 2933700 w 2933700"/>
                <a:gd name="csY25" fmla="*/ 1809783 h 3095673"/>
                <a:gd name="csX26" fmla="*/ 2809875 w 2933700"/>
                <a:gd name="csY26" fmla="*/ 1819308 h 3095673"/>
                <a:gd name="csX27" fmla="*/ 2714625 w 2933700"/>
                <a:gd name="csY27" fmla="*/ 1847883 h 3095673"/>
                <a:gd name="csX28" fmla="*/ 2667000 w 2933700"/>
                <a:gd name="csY28" fmla="*/ 1857408 h 3095673"/>
                <a:gd name="csX29" fmla="*/ 2543175 w 2933700"/>
                <a:gd name="csY29" fmla="*/ 1895508 h 3095673"/>
                <a:gd name="csX30" fmla="*/ 2476500 w 2933700"/>
                <a:gd name="csY30" fmla="*/ 1905033 h 3095673"/>
                <a:gd name="csX31" fmla="*/ 2333625 w 2933700"/>
                <a:gd name="csY31" fmla="*/ 1943133 h 3095673"/>
                <a:gd name="csX32" fmla="*/ 2171700 w 2933700"/>
                <a:gd name="csY32" fmla="*/ 1981233 h 3095673"/>
                <a:gd name="csX33" fmla="*/ 1962150 w 2933700"/>
                <a:gd name="csY33" fmla="*/ 2047908 h 3095673"/>
                <a:gd name="csX34" fmla="*/ 1733550 w 2933700"/>
                <a:gd name="csY34" fmla="*/ 2095533 h 3095673"/>
                <a:gd name="csX35" fmla="*/ 1590675 w 2933700"/>
                <a:gd name="csY35" fmla="*/ 2124108 h 3095673"/>
                <a:gd name="csX36" fmla="*/ 1485900 w 2933700"/>
                <a:gd name="csY36" fmla="*/ 2162208 h 3095673"/>
                <a:gd name="csX37" fmla="*/ 1409700 w 2933700"/>
                <a:gd name="csY37" fmla="*/ 2200308 h 3095673"/>
                <a:gd name="csX38" fmla="*/ 1304925 w 2933700"/>
                <a:gd name="csY38" fmla="*/ 2219358 h 3095673"/>
                <a:gd name="csX39" fmla="*/ 971550 w 2933700"/>
                <a:gd name="csY39" fmla="*/ 2305083 h 3095673"/>
                <a:gd name="csX40" fmla="*/ 819150 w 2933700"/>
                <a:gd name="csY40" fmla="*/ 2352708 h 3095673"/>
                <a:gd name="csX41" fmla="*/ 647700 w 2933700"/>
                <a:gd name="csY41" fmla="*/ 2419383 h 3095673"/>
                <a:gd name="csX42" fmla="*/ 561975 w 2933700"/>
                <a:gd name="csY42" fmla="*/ 2533683 h 3095673"/>
                <a:gd name="csX43" fmla="*/ 523875 w 2933700"/>
                <a:gd name="csY43" fmla="*/ 2590833 h 3095673"/>
                <a:gd name="csX44" fmla="*/ 419100 w 2933700"/>
                <a:gd name="csY44" fmla="*/ 2724183 h 3095673"/>
                <a:gd name="csX45" fmla="*/ 323850 w 2933700"/>
                <a:gd name="csY45" fmla="*/ 2838483 h 3095673"/>
                <a:gd name="csX46" fmla="*/ 228600 w 2933700"/>
                <a:gd name="csY46" fmla="*/ 2952783 h 3095673"/>
                <a:gd name="csX47" fmla="*/ 180975 w 2933700"/>
                <a:gd name="csY47" fmla="*/ 2981358 h 3095673"/>
                <a:gd name="csX48" fmla="*/ 152400 w 2933700"/>
                <a:gd name="csY48" fmla="*/ 3009933 h 3095673"/>
                <a:gd name="csX49" fmla="*/ 57150 w 2933700"/>
                <a:gd name="csY49" fmla="*/ 3067083 h 3095673"/>
                <a:gd name="csX50" fmla="*/ 0 w 2933700"/>
                <a:gd name="csY50" fmla="*/ 3095658 h 3095673"/>
                <a:gd name="csX51" fmla="*/ 19050 w 2933700"/>
                <a:gd name="csY51" fmla="*/ 695358 h 3095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</a:cxnLst>
              <a:rect l="l" t="t" r="r" b="b"/>
              <a:pathLst>
                <a:path w="2933700" h="3095673">
                  <a:moveTo>
                    <a:pt x="19050" y="695358"/>
                  </a:moveTo>
                  <a:lnTo>
                    <a:pt x="19050" y="695358"/>
                  </a:lnTo>
                  <a:cubicBezTo>
                    <a:pt x="81882" y="642193"/>
                    <a:pt x="162632" y="559592"/>
                    <a:pt x="247650" y="533433"/>
                  </a:cubicBezTo>
                  <a:cubicBezTo>
                    <a:pt x="293572" y="519303"/>
                    <a:pt x="343169" y="522501"/>
                    <a:pt x="390525" y="514383"/>
                  </a:cubicBezTo>
                  <a:cubicBezTo>
                    <a:pt x="695212" y="462151"/>
                    <a:pt x="473319" y="486074"/>
                    <a:pt x="685800" y="466758"/>
                  </a:cubicBezTo>
                  <a:lnTo>
                    <a:pt x="762000" y="447708"/>
                  </a:lnTo>
                  <a:cubicBezTo>
                    <a:pt x="777775" y="444068"/>
                    <a:pt x="794187" y="443058"/>
                    <a:pt x="809625" y="438183"/>
                  </a:cubicBezTo>
                  <a:cubicBezTo>
                    <a:pt x="854634" y="423970"/>
                    <a:pt x="898327" y="405866"/>
                    <a:pt x="942975" y="390558"/>
                  </a:cubicBezTo>
                  <a:lnTo>
                    <a:pt x="1143000" y="323883"/>
                  </a:lnTo>
                  <a:cubicBezTo>
                    <a:pt x="1178144" y="311802"/>
                    <a:pt x="1210939" y="290695"/>
                    <a:pt x="1247775" y="285783"/>
                  </a:cubicBezTo>
                  <a:lnTo>
                    <a:pt x="1390650" y="266733"/>
                  </a:lnTo>
                  <a:cubicBezTo>
                    <a:pt x="1447800" y="250858"/>
                    <a:pt x="1504424" y="232950"/>
                    <a:pt x="1562100" y="219108"/>
                  </a:cubicBezTo>
                  <a:cubicBezTo>
                    <a:pt x="1597287" y="210663"/>
                    <a:pt x="1696083" y="203868"/>
                    <a:pt x="1724025" y="200058"/>
                  </a:cubicBezTo>
                  <a:cubicBezTo>
                    <a:pt x="1762296" y="194839"/>
                    <a:pt x="1800116" y="186669"/>
                    <a:pt x="1838325" y="181008"/>
                  </a:cubicBezTo>
                  <a:cubicBezTo>
                    <a:pt x="1885853" y="173967"/>
                    <a:pt x="1933807" y="169857"/>
                    <a:pt x="1981200" y="161958"/>
                  </a:cubicBezTo>
                  <a:cubicBezTo>
                    <a:pt x="2010074" y="157146"/>
                    <a:pt x="2038170" y="148385"/>
                    <a:pt x="2066925" y="142908"/>
                  </a:cubicBezTo>
                  <a:cubicBezTo>
                    <a:pt x="2104868" y="135681"/>
                    <a:pt x="2143350" y="131433"/>
                    <a:pt x="2181225" y="123858"/>
                  </a:cubicBezTo>
                  <a:cubicBezTo>
                    <a:pt x="2222762" y="115551"/>
                    <a:pt x="2263317" y="102541"/>
                    <a:pt x="2305050" y="95283"/>
                  </a:cubicBezTo>
                  <a:cubicBezTo>
                    <a:pt x="2336486" y="89816"/>
                    <a:pt x="2368550" y="88933"/>
                    <a:pt x="2400300" y="85758"/>
                  </a:cubicBezTo>
                  <a:cubicBezTo>
                    <a:pt x="2419350" y="79408"/>
                    <a:pt x="2438077" y="71992"/>
                    <a:pt x="2457450" y="66708"/>
                  </a:cubicBezTo>
                  <a:cubicBezTo>
                    <a:pt x="2473069" y="62448"/>
                    <a:pt x="2489568" y="61835"/>
                    <a:pt x="2505075" y="57183"/>
                  </a:cubicBezTo>
                  <a:cubicBezTo>
                    <a:pt x="2521452" y="52270"/>
                    <a:pt x="2536480" y="43540"/>
                    <a:pt x="2552700" y="38133"/>
                  </a:cubicBezTo>
                  <a:cubicBezTo>
                    <a:pt x="2565119" y="33993"/>
                    <a:pt x="2578044" y="31552"/>
                    <a:pt x="2590800" y="28608"/>
                  </a:cubicBezTo>
                  <a:cubicBezTo>
                    <a:pt x="2619322" y="22026"/>
                    <a:pt x="2647408" y="12570"/>
                    <a:pt x="2676525" y="9558"/>
                  </a:cubicBezTo>
                  <a:cubicBezTo>
                    <a:pt x="2779329" y="-1077"/>
                    <a:pt x="2841860" y="33"/>
                    <a:pt x="2933700" y="33"/>
                  </a:cubicBezTo>
                  <a:lnTo>
                    <a:pt x="2933700" y="1809783"/>
                  </a:lnTo>
                  <a:cubicBezTo>
                    <a:pt x="2892425" y="1812958"/>
                    <a:pt x="2850660" y="1812215"/>
                    <a:pt x="2809875" y="1819308"/>
                  </a:cubicBezTo>
                  <a:cubicBezTo>
                    <a:pt x="2777217" y="1824988"/>
                    <a:pt x="2746654" y="1839342"/>
                    <a:pt x="2714625" y="1847883"/>
                  </a:cubicBezTo>
                  <a:cubicBezTo>
                    <a:pt x="2698982" y="1852054"/>
                    <a:pt x="2682599" y="1853075"/>
                    <a:pt x="2667000" y="1857408"/>
                  </a:cubicBezTo>
                  <a:cubicBezTo>
                    <a:pt x="2625391" y="1868966"/>
                    <a:pt x="2585070" y="1885034"/>
                    <a:pt x="2543175" y="1895508"/>
                  </a:cubicBezTo>
                  <a:cubicBezTo>
                    <a:pt x="2521395" y="1900953"/>
                    <a:pt x="2498392" y="1900057"/>
                    <a:pt x="2476500" y="1905033"/>
                  </a:cubicBezTo>
                  <a:cubicBezTo>
                    <a:pt x="2428436" y="1915957"/>
                    <a:pt x="2381443" y="1931179"/>
                    <a:pt x="2333625" y="1943133"/>
                  </a:cubicBezTo>
                  <a:cubicBezTo>
                    <a:pt x="2279832" y="1956581"/>
                    <a:pt x="2225067" y="1966181"/>
                    <a:pt x="2171700" y="1981233"/>
                  </a:cubicBezTo>
                  <a:cubicBezTo>
                    <a:pt x="2101152" y="2001131"/>
                    <a:pt x="2034268" y="2034796"/>
                    <a:pt x="1962150" y="2047908"/>
                  </a:cubicBezTo>
                  <a:cubicBezTo>
                    <a:pt x="1748302" y="2086789"/>
                    <a:pt x="1972389" y="2044353"/>
                    <a:pt x="1733550" y="2095533"/>
                  </a:cubicBezTo>
                  <a:cubicBezTo>
                    <a:pt x="1686060" y="2105709"/>
                    <a:pt x="1637573" y="2111482"/>
                    <a:pt x="1590675" y="2124108"/>
                  </a:cubicBezTo>
                  <a:cubicBezTo>
                    <a:pt x="1554790" y="2133769"/>
                    <a:pt x="1520150" y="2147787"/>
                    <a:pt x="1485900" y="2162208"/>
                  </a:cubicBezTo>
                  <a:cubicBezTo>
                    <a:pt x="1459727" y="2173228"/>
                    <a:pt x="1436780" y="2191756"/>
                    <a:pt x="1409700" y="2200308"/>
                  </a:cubicBezTo>
                  <a:cubicBezTo>
                    <a:pt x="1375850" y="2210997"/>
                    <a:pt x="1339449" y="2211102"/>
                    <a:pt x="1304925" y="2219358"/>
                  </a:cubicBezTo>
                  <a:cubicBezTo>
                    <a:pt x="1193331" y="2246043"/>
                    <a:pt x="1082197" y="2274709"/>
                    <a:pt x="971550" y="2305083"/>
                  </a:cubicBezTo>
                  <a:cubicBezTo>
                    <a:pt x="920226" y="2319172"/>
                    <a:pt x="869338" y="2334994"/>
                    <a:pt x="819150" y="2352708"/>
                  </a:cubicBezTo>
                  <a:cubicBezTo>
                    <a:pt x="761326" y="2373116"/>
                    <a:pt x="647700" y="2419383"/>
                    <a:pt x="647700" y="2419383"/>
                  </a:cubicBezTo>
                  <a:cubicBezTo>
                    <a:pt x="549841" y="2566171"/>
                    <a:pt x="674083" y="2384206"/>
                    <a:pt x="561975" y="2533683"/>
                  </a:cubicBezTo>
                  <a:cubicBezTo>
                    <a:pt x="548238" y="2551999"/>
                    <a:pt x="537612" y="2572517"/>
                    <a:pt x="523875" y="2590833"/>
                  </a:cubicBezTo>
                  <a:cubicBezTo>
                    <a:pt x="489957" y="2636056"/>
                    <a:pt x="451957" y="2678183"/>
                    <a:pt x="419100" y="2724183"/>
                  </a:cubicBezTo>
                  <a:cubicBezTo>
                    <a:pt x="256634" y="2951635"/>
                    <a:pt x="474460" y="2654404"/>
                    <a:pt x="323850" y="2838483"/>
                  </a:cubicBezTo>
                  <a:cubicBezTo>
                    <a:pt x="262385" y="2913607"/>
                    <a:pt x="311848" y="2884671"/>
                    <a:pt x="228600" y="2952783"/>
                  </a:cubicBezTo>
                  <a:cubicBezTo>
                    <a:pt x="214272" y="2964506"/>
                    <a:pt x="195786" y="2970250"/>
                    <a:pt x="180975" y="2981358"/>
                  </a:cubicBezTo>
                  <a:cubicBezTo>
                    <a:pt x="170199" y="2989440"/>
                    <a:pt x="163475" y="3002266"/>
                    <a:pt x="152400" y="3009933"/>
                  </a:cubicBezTo>
                  <a:cubicBezTo>
                    <a:pt x="121957" y="3031009"/>
                    <a:pt x="88900" y="3048033"/>
                    <a:pt x="57150" y="3067083"/>
                  </a:cubicBezTo>
                  <a:cubicBezTo>
                    <a:pt x="6802" y="3097292"/>
                    <a:pt x="28038" y="3095658"/>
                    <a:pt x="0" y="3095658"/>
                  </a:cubicBezTo>
                  <a:lnTo>
                    <a:pt x="19050" y="695358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F0F4A7F-ADBB-5AEB-D6F9-2E1AE1F0D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7909707" flipH="1">
              <a:off x="10638360" y="5341409"/>
              <a:ext cx="1375207" cy="1374047"/>
            </a:xfrm>
            <a:prstGeom prst="rect">
              <a:avLst/>
            </a:prstGeom>
          </p:spPr>
        </p:pic>
        <p:sp>
          <p:nvSpPr>
            <p:cNvPr id="21" name="Freeform: Shape 20">
              <a:hlinkClick r:id="rId5" action="ppaction://hlinksldjump"/>
              <a:extLst>
                <a:ext uri="{FF2B5EF4-FFF2-40B4-BE49-F238E27FC236}">
                  <a16:creationId xmlns:a16="http://schemas.microsoft.com/office/drawing/2014/main" id="{3D4D46B8-C02F-6B88-0A21-132A72677C6C}"/>
                </a:ext>
              </a:extLst>
            </p:cNvPr>
            <p:cNvSpPr/>
            <p:nvPr/>
          </p:nvSpPr>
          <p:spPr>
            <a:xfrm>
              <a:off x="-571500" y="-923925"/>
              <a:ext cx="13298134" cy="4362450"/>
            </a:xfrm>
            <a:custGeom>
              <a:avLst/>
              <a:gdLst>
                <a:gd name="csX0" fmla="*/ 285750 w 13298134"/>
                <a:gd name="csY0" fmla="*/ 4362450 h 4362450"/>
                <a:gd name="csX1" fmla="*/ 285750 w 13298134"/>
                <a:gd name="csY1" fmla="*/ 4362450 h 4362450"/>
                <a:gd name="csX2" fmla="*/ 390525 w 13298134"/>
                <a:gd name="csY2" fmla="*/ 4257675 h 4362450"/>
                <a:gd name="csX3" fmla="*/ 647700 w 13298134"/>
                <a:gd name="csY3" fmla="*/ 3962400 h 4362450"/>
                <a:gd name="csX4" fmla="*/ 904875 w 13298134"/>
                <a:gd name="csY4" fmla="*/ 3743325 h 4362450"/>
                <a:gd name="csX5" fmla="*/ 933450 w 13298134"/>
                <a:gd name="csY5" fmla="*/ 3714750 h 4362450"/>
                <a:gd name="csX6" fmla="*/ 1019175 w 13298134"/>
                <a:gd name="csY6" fmla="*/ 3686175 h 4362450"/>
                <a:gd name="csX7" fmla="*/ 1104900 w 13298134"/>
                <a:gd name="csY7" fmla="*/ 3638550 h 4362450"/>
                <a:gd name="csX8" fmla="*/ 1190625 w 13298134"/>
                <a:gd name="csY8" fmla="*/ 3600450 h 4362450"/>
                <a:gd name="csX9" fmla="*/ 1219200 w 13298134"/>
                <a:gd name="csY9" fmla="*/ 3581400 h 4362450"/>
                <a:gd name="csX10" fmla="*/ 1381125 w 13298134"/>
                <a:gd name="csY10" fmla="*/ 3533775 h 4362450"/>
                <a:gd name="csX11" fmla="*/ 1724025 w 13298134"/>
                <a:gd name="csY11" fmla="*/ 3400425 h 4362450"/>
                <a:gd name="csX12" fmla="*/ 1847850 w 13298134"/>
                <a:gd name="csY12" fmla="*/ 3352800 h 4362450"/>
                <a:gd name="csX13" fmla="*/ 2981325 w 13298134"/>
                <a:gd name="csY13" fmla="*/ 3248025 h 4362450"/>
                <a:gd name="csX14" fmla="*/ 3219450 w 13298134"/>
                <a:gd name="csY14" fmla="*/ 3200400 h 4362450"/>
                <a:gd name="csX15" fmla="*/ 3409950 w 13298134"/>
                <a:gd name="csY15" fmla="*/ 3162300 h 4362450"/>
                <a:gd name="csX16" fmla="*/ 3648075 w 13298134"/>
                <a:gd name="csY16" fmla="*/ 3028950 h 4362450"/>
                <a:gd name="csX17" fmla="*/ 3933825 w 13298134"/>
                <a:gd name="csY17" fmla="*/ 2886075 h 4362450"/>
                <a:gd name="csX18" fmla="*/ 4333875 w 13298134"/>
                <a:gd name="csY18" fmla="*/ 2857500 h 4362450"/>
                <a:gd name="csX19" fmla="*/ 5000625 w 13298134"/>
                <a:gd name="csY19" fmla="*/ 2800350 h 4362450"/>
                <a:gd name="csX20" fmla="*/ 5248275 w 13298134"/>
                <a:gd name="csY20" fmla="*/ 2781300 h 4362450"/>
                <a:gd name="csX21" fmla="*/ 6324600 w 13298134"/>
                <a:gd name="csY21" fmla="*/ 2752725 h 4362450"/>
                <a:gd name="csX22" fmla="*/ 6791325 w 13298134"/>
                <a:gd name="csY22" fmla="*/ 2724150 h 4362450"/>
                <a:gd name="csX23" fmla="*/ 6905625 w 13298134"/>
                <a:gd name="csY23" fmla="*/ 2714625 h 4362450"/>
                <a:gd name="csX24" fmla="*/ 8248650 w 13298134"/>
                <a:gd name="csY24" fmla="*/ 2781300 h 4362450"/>
                <a:gd name="csX25" fmla="*/ 8924925 w 13298134"/>
                <a:gd name="csY25" fmla="*/ 2905125 h 4362450"/>
                <a:gd name="csX26" fmla="*/ 9315450 w 13298134"/>
                <a:gd name="csY26" fmla="*/ 2952750 h 4362450"/>
                <a:gd name="csX27" fmla="*/ 9467850 w 13298134"/>
                <a:gd name="csY27" fmla="*/ 2981325 h 4362450"/>
                <a:gd name="csX28" fmla="*/ 9667875 w 13298134"/>
                <a:gd name="csY28" fmla="*/ 3009900 h 4362450"/>
                <a:gd name="csX29" fmla="*/ 9991725 w 13298134"/>
                <a:gd name="csY29" fmla="*/ 3124200 h 4362450"/>
                <a:gd name="csX30" fmla="*/ 10391775 w 13298134"/>
                <a:gd name="csY30" fmla="*/ 3219450 h 4362450"/>
                <a:gd name="csX31" fmla="*/ 10648950 w 13298134"/>
                <a:gd name="csY31" fmla="*/ 3248025 h 4362450"/>
                <a:gd name="csX32" fmla="*/ 11029950 w 13298134"/>
                <a:gd name="csY32" fmla="*/ 3371850 h 4362450"/>
                <a:gd name="csX33" fmla="*/ 11182350 w 13298134"/>
                <a:gd name="csY33" fmla="*/ 3419475 h 4362450"/>
                <a:gd name="csX34" fmla="*/ 11687175 w 13298134"/>
                <a:gd name="csY34" fmla="*/ 3648075 h 4362450"/>
                <a:gd name="csX35" fmla="*/ 12230100 w 13298134"/>
                <a:gd name="csY35" fmla="*/ 3810000 h 4362450"/>
                <a:gd name="csX36" fmla="*/ 12468225 w 13298134"/>
                <a:gd name="csY36" fmla="*/ 3876675 h 4362450"/>
                <a:gd name="csX37" fmla="*/ 12649200 w 13298134"/>
                <a:gd name="csY37" fmla="*/ 3981450 h 4362450"/>
                <a:gd name="csX38" fmla="*/ 12944475 w 13298134"/>
                <a:gd name="csY38" fmla="*/ 4114800 h 4362450"/>
                <a:gd name="csX39" fmla="*/ 13144500 w 13298134"/>
                <a:gd name="csY39" fmla="*/ 4257675 h 4362450"/>
                <a:gd name="csX40" fmla="*/ 13268325 w 13298134"/>
                <a:gd name="csY40" fmla="*/ 3181350 h 4362450"/>
                <a:gd name="csX41" fmla="*/ 12839700 w 13298134"/>
                <a:gd name="csY41" fmla="*/ 714375 h 4362450"/>
                <a:gd name="csX42" fmla="*/ 12801600 w 13298134"/>
                <a:gd name="csY42" fmla="*/ 361950 h 4362450"/>
                <a:gd name="csX43" fmla="*/ 12763500 w 13298134"/>
                <a:gd name="csY43" fmla="*/ 238125 h 4362450"/>
                <a:gd name="csX44" fmla="*/ 12020550 w 13298134"/>
                <a:gd name="csY44" fmla="*/ 247650 h 4362450"/>
                <a:gd name="csX45" fmla="*/ 5229225 w 13298134"/>
                <a:gd name="csY45" fmla="*/ 180975 h 4362450"/>
                <a:gd name="csX46" fmla="*/ 3667125 w 13298134"/>
                <a:gd name="csY46" fmla="*/ 66675 h 4362450"/>
                <a:gd name="csX47" fmla="*/ 2552700 w 13298134"/>
                <a:gd name="csY47" fmla="*/ 0 h 4362450"/>
                <a:gd name="csX48" fmla="*/ 1123950 w 13298134"/>
                <a:gd name="csY48" fmla="*/ 76200 h 4362450"/>
                <a:gd name="csX49" fmla="*/ 657225 w 13298134"/>
                <a:gd name="csY49" fmla="*/ 209550 h 4362450"/>
                <a:gd name="csX50" fmla="*/ 219075 w 13298134"/>
                <a:gd name="csY50" fmla="*/ 409575 h 4362450"/>
                <a:gd name="csX51" fmla="*/ 142875 w 13298134"/>
                <a:gd name="csY51" fmla="*/ 2790825 h 4362450"/>
                <a:gd name="csX52" fmla="*/ 114300 w 13298134"/>
                <a:gd name="csY52" fmla="*/ 3429000 h 4362450"/>
                <a:gd name="csX53" fmla="*/ 76200 w 13298134"/>
                <a:gd name="csY53" fmla="*/ 3581400 h 4362450"/>
                <a:gd name="csX54" fmla="*/ 47625 w 13298134"/>
                <a:gd name="csY54" fmla="*/ 3790950 h 4362450"/>
                <a:gd name="csX55" fmla="*/ 0 w 13298134"/>
                <a:gd name="csY55" fmla="*/ 4038600 h 4362450"/>
                <a:gd name="csX56" fmla="*/ 9525 w 13298134"/>
                <a:gd name="csY56" fmla="*/ 4257675 h 4362450"/>
                <a:gd name="csX57" fmla="*/ 28575 w 13298134"/>
                <a:gd name="csY57" fmla="*/ 4286250 h 4362450"/>
                <a:gd name="csX58" fmla="*/ 114300 w 13298134"/>
                <a:gd name="csY58" fmla="*/ 4295775 h 4362450"/>
                <a:gd name="csX59" fmla="*/ 504825 w 13298134"/>
                <a:gd name="csY59" fmla="*/ 4267200 h 4362450"/>
                <a:gd name="csX60" fmla="*/ 552450 w 13298134"/>
                <a:gd name="csY60" fmla="*/ 4248150 h 4362450"/>
                <a:gd name="csX61" fmla="*/ 590550 w 13298134"/>
                <a:gd name="csY61" fmla="*/ 4191000 h 4362450"/>
                <a:gd name="csX62" fmla="*/ 647700 w 13298134"/>
                <a:gd name="csY62" fmla="*/ 4114800 h 4362450"/>
                <a:gd name="csX63" fmla="*/ 666750 w 13298134"/>
                <a:gd name="csY63" fmla="*/ 4019550 h 4362450"/>
                <a:gd name="csX64" fmla="*/ 285750 w 13298134"/>
                <a:gd name="csY64" fmla="*/ 4362450 h 4362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</a:cxnLst>
              <a:rect l="l" t="t" r="r" b="b"/>
              <a:pathLst>
                <a:path w="13298134" h="4362450">
                  <a:moveTo>
                    <a:pt x="285750" y="4362450"/>
                  </a:moveTo>
                  <a:lnTo>
                    <a:pt x="285750" y="4362450"/>
                  </a:lnTo>
                  <a:cubicBezTo>
                    <a:pt x="320675" y="4327525"/>
                    <a:pt x="357800" y="4294669"/>
                    <a:pt x="390525" y="4257675"/>
                  </a:cubicBezTo>
                  <a:cubicBezTo>
                    <a:pt x="531188" y="4098665"/>
                    <a:pt x="482677" y="4115635"/>
                    <a:pt x="647700" y="3962400"/>
                  </a:cubicBezTo>
                  <a:cubicBezTo>
                    <a:pt x="730221" y="3885773"/>
                    <a:pt x="825246" y="3822954"/>
                    <a:pt x="904875" y="3743325"/>
                  </a:cubicBezTo>
                  <a:cubicBezTo>
                    <a:pt x="914400" y="3733800"/>
                    <a:pt x="921402" y="3720774"/>
                    <a:pt x="933450" y="3714750"/>
                  </a:cubicBezTo>
                  <a:cubicBezTo>
                    <a:pt x="960391" y="3701280"/>
                    <a:pt x="991650" y="3698408"/>
                    <a:pt x="1019175" y="3686175"/>
                  </a:cubicBezTo>
                  <a:cubicBezTo>
                    <a:pt x="1049046" y="3672899"/>
                    <a:pt x="1075662" y="3653169"/>
                    <a:pt x="1104900" y="3638550"/>
                  </a:cubicBezTo>
                  <a:cubicBezTo>
                    <a:pt x="1132869" y="3624566"/>
                    <a:pt x="1162656" y="3614434"/>
                    <a:pt x="1190625" y="3600450"/>
                  </a:cubicBezTo>
                  <a:cubicBezTo>
                    <a:pt x="1200864" y="3595330"/>
                    <a:pt x="1208340" y="3585020"/>
                    <a:pt x="1219200" y="3581400"/>
                  </a:cubicBezTo>
                  <a:cubicBezTo>
                    <a:pt x="1399426" y="3521325"/>
                    <a:pt x="1214481" y="3605194"/>
                    <a:pt x="1381125" y="3533775"/>
                  </a:cubicBezTo>
                  <a:cubicBezTo>
                    <a:pt x="1700305" y="3396983"/>
                    <a:pt x="1249151" y="3571907"/>
                    <a:pt x="1724025" y="3400425"/>
                  </a:cubicBezTo>
                  <a:cubicBezTo>
                    <a:pt x="1765619" y="3385405"/>
                    <a:pt x="1803957" y="3358190"/>
                    <a:pt x="1847850" y="3352800"/>
                  </a:cubicBezTo>
                  <a:cubicBezTo>
                    <a:pt x="2586563" y="3262081"/>
                    <a:pt x="2208819" y="3297864"/>
                    <a:pt x="2981325" y="3248025"/>
                  </a:cubicBezTo>
                  <a:lnTo>
                    <a:pt x="3219450" y="3200400"/>
                  </a:lnTo>
                  <a:cubicBezTo>
                    <a:pt x="3413741" y="3162621"/>
                    <a:pt x="3239505" y="3200177"/>
                    <a:pt x="3409950" y="3162300"/>
                  </a:cubicBezTo>
                  <a:cubicBezTo>
                    <a:pt x="3508771" y="3088185"/>
                    <a:pt x="3431589" y="3142890"/>
                    <a:pt x="3648075" y="3028950"/>
                  </a:cubicBezTo>
                  <a:cubicBezTo>
                    <a:pt x="3657645" y="3023913"/>
                    <a:pt x="3897859" y="2892926"/>
                    <a:pt x="3933825" y="2886075"/>
                  </a:cubicBezTo>
                  <a:cubicBezTo>
                    <a:pt x="3936181" y="2885626"/>
                    <a:pt x="4259392" y="2864483"/>
                    <a:pt x="4333875" y="2857500"/>
                  </a:cubicBezTo>
                  <a:cubicBezTo>
                    <a:pt x="5445595" y="2753276"/>
                    <a:pt x="4447092" y="2837252"/>
                    <a:pt x="5000625" y="2800350"/>
                  </a:cubicBezTo>
                  <a:cubicBezTo>
                    <a:pt x="5083235" y="2794843"/>
                    <a:pt x="5165535" y="2784276"/>
                    <a:pt x="5248275" y="2781300"/>
                  </a:cubicBezTo>
                  <a:lnTo>
                    <a:pt x="6324600" y="2752725"/>
                  </a:lnTo>
                  <a:lnTo>
                    <a:pt x="6791325" y="2724150"/>
                  </a:lnTo>
                  <a:cubicBezTo>
                    <a:pt x="6829475" y="2721648"/>
                    <a:pt x="6867430" y="2712950"/>
                    <a:pt x="6905625" y="2714625"/>
                  </a:cubicBezTo>
                  <a:cubicBezTo>
                    <a:pt x="8900372" y="2802114"/>
                    <a:pt x="7209409" y="2754653"/>
                    <a:pt x="8248650" y="2781300"/>
                  </a:cubicBezTo>
                  <a:cubicBezTo>
                    <a:pt x="8495211" y="2830612"/>
                    <a:pt x="8657787" y="2865208"/>
                    <a:pt x="8924925" y="2905125"/>
                  </a:cubicBezTo>
                  <a:cubicBezTo>
                    <a:pt x="9054624" y="2924505"/>
                    <a:pt x="9185583" y="2934523"/>
                    <a:pt x="9315450" y="2952750"/>
                  </a:cubicBezTo>
                  <a:cubicBezTo>
                    <a:pt x="9366634" y="2959934"/>
                    <a:pt x="9416831" y="2973052"/>
                    <a:pt x="9467850" y="2981325"/>
                  </a:cubicBezTo>
                  <a:cubicBezTo>
                    <a:pt x="9534333" y="2992106"/>
                    <a:pt x="9601200" y="3000375"/>
                    <a:pt x="9667875" y="3009900"/>
                  </a:cubicBezTo>
                  <a:cubicBezTo>
                    <a:pt x="9775825" y="3048000"/>
                    <a:pt x="9882562" y="3089728"/>
                    <a:pt x="9991725" y="3124200"/>
                  </a:cubicBezTo>
                  <a:cubicBezTo>
                    <a:pt x="10065635" y="3147540"/>
                    <a:pt x="10304256" y="3206132"/>
                    <a:pt x="10391775" y="3219450"/>
                  </a:cubicBezTo>
                  <a:cubicBezTo>
                    <a:pt x="10477046" y="3232426"/>
                    <a:pt x="10563225" y="3238500"/>
                    <a:pt x="10648950" y="3248025"/>
                  </a:cubicBezTo>
                  <a:lnTo>
                    <a:pt x="11029950" y="3371850"/>
                  </a:lnTo>
                  <a:cubicBezTo>
                    <a:pt x="11080620" y="3388137"/>
                    <a:pt x="11133867" y="3397520"/>
                    <a:pt x="11182350" y="3419475"/>
                  </a:cubicBezTo>
                  <a:cubicBezTo>
                    <a:pt x="11350625" y="3495675"/>
                    <a:pt x="11510156" y="3595280"/>
                    <a:pt x="11687175" y="3648075"/>
                  </a:cubicBezTo>
                  <a:lnTo>
                    <a:pt x="12230100" y="3810000"/>
                  </a:lnTo>
                  <a:cubicBezTo>
                    <a:pt x="12309209" y="3833154"/>
                    <a:pt x="12468225" y="3876675"/>
                    <a:pt x="12468225" y="3876675"/>
                  </a:cubicBezTo>
                  <a:cubicBezTo>
                    <a:pt x="12528550" y="3911600"/>
                    <a:pt x="12585672" y="3952760"/>
                    <a:pt x="12649200" y="3981450"/>
                  </a:cubicBezTo>
                  <a:cubicBezTo>
                    <a:pt x="12747625" y="4025900"/>
                    <a:pt x="12850708" y="4061219"/>
                    <a:pt x="12944475" y="4114800"/>
                  </a:cubicBezTo>
                  <a:cubicBezTo>
                    <a:pt x="13279309" y="4306134"/>
                    <a:pt x="13025681" y="4218069"/>
                    <a:pt x="13144500" y="4257675"/>
                  </a:cubicBezTo>
                  <a:cubicBezTo>
                    <a:pt x="13314803" y="3841380"/>
                    <a:pt x="13322424" y="3890045"/>
                    <a:pt x="13268325" y="3181350"/>
                  </a:cubicBezTo>
                  <a:cubicBezTo>
                    <a:pt x="13179881" y="2022740"/>
                    <a:pt x="13072633" y="1690474"/>
                    <a:pt x="12839700" y="714375"/>
                  </a:cubicBezTo>
                  <a:cubicBezTo>
                    <a:pt x="12827000" y="596900"/>
                    <a:pt x="12820268" y="478625"/>
                    <a:pt x="12801600" y="361950"/>
                  </a:cubicBezTo>
                  <a:cubicBezTo>
                    <a:pt x="12794777" y="319308"/>
                    <a:pt x="12806230" y="244378"/>
                    <a:pt x="12763500" y="238125"/>
                  </a:cubicBezTo>
                  <a:cubicBezTo>
                    <a:pt x="12518440" y="202263"/>
                    <a:pt x="12268200" y="244475"/>
                    <a:pt x="12020550" y="247650"/>
                  </a:cubicBezTo>
                  <a:lnTo>
                    <a:pt x="5229225" y="180975"/>
                  </a:lnTo>
                  <a:cubicBezTo>
                    <a:pt x="4707560" y="159874"/>
                    <a:pt x="4188028" y="101896"/>
                    <a:pt x="3667125" y="66675"/>
                  </a:cubicBezTo>
                  <a:lnTo>
                    <a:pt x="2552700" y="0"/>
                  </a:lnTo>
                  <a:cubicBezTo>
                    <a:pt x="2076450" y="25400"/>
                    <a:pt x="1597989" y="23794"/>
                    <a:pt x="1123950" y="76200"/>
                  </a:cubicBezTo>
                  <a:cubicBezTo>
                    <a:pt x="963129" y="93979"/>
                    <a:pt x="812202" y="163057"/>
                    <a:pt x="657225" y="209550"/>
                  </a:cubicBezTo>
                  <a:cubicBezTo>
                    <a:pt x="512033" y="253108"/>
                    <a:pt x="334277" y="353620"/>
                    <a:pt x="219075" y="409575"/>
                  </a:cubicBezTo>
                  <a:cubicBezTo>
                    <a:pt x="193675" y="1203325"/>
                    <a:pt x="170416" y="1997146"/>
                    <a:pt x="142875" y="2790825"/>
                  </a:cubicBezTo>
                  <a:cubicBezTo>
                    <a:pt x="135490" y="3003635"/>
                    <a:pt x="132195" y="3216815"/>
                    <a:pt x="114300" y="3429000"/>
                  </a:cubicBezTo>
                  <a:cubicBezTo>
                    <a:pt x="109899" y="3481178"/>
                    <a:pt x="85686" y="3529903"/>
                    <a:pt x="76200" y="3581400"/>
                  </a:cubicBezTo>
                  <a:cubicBezTo>
                    <a:pt x="63429" y="3650730"/>
                    <a:pt x="59215" y="3721413"/>
                    <a:pt x="47625" y="3790950"/>
                  </a:cubicBezTo>
                  <a:cubicBezTo>
                    <a:pt x="33805" y="3873869"/>
                    <a:pt x="15875" y="3956050"/>
                    <a:pt x="0" y="4038600"/>
                  </a:cubicBezTo>
                  <a:cubicBezTo>
                    <a:pt x="3175" y="4111625"/>
                    <a:pt x="1147" y="4185063"/>
                    <a:pt x="9525" y="4257675"/>
                  </a:cubicBezTo>
                  <a:cubicBezTo>
                    <a:pt x="10837" y="4269047"/>
                    <a:pt x="17817" y="4282338"/>
                    <a:pt x="28575" y="4286250"/>
                  </a:cubicBezTo>
                  <a:cubicBezTo>
                    <a:pt x="55595" y="4296075"/>
                    <a:pt x="85725" y="4292600"/>
                    <a:pt x="114300" y="4295775"/>
                  </a:cubicBezTo>
                  <a:cubicBezTo>
                    <a:pt x="244475" y="4286250"/>
                    <a:pt x="375066" y="4281304"/>
                    <a:pt x="504825" y="4267200"/>
                  </a:cubicBezTo>
                  <a:cubicBezTo>
                    <a:pt x="521823" y="4265352"/>
                    <a:pt x="539671" y="4259509"/>
                    <a:pt x="552450" y="4248150"/>
                  </a:cubicBezTo>
                  <a:cubicBezTo>
                    <a:pt x="569562" y="4232939"/>
                    <a:pt x="575234" y="4208018"/>
                    <a:pt x="590550" y="4191000"/>
                  </a:cubicBezTo>
                  <a:cubicBezTo>
                    <a:pt x="654627" y="4119803"/>
                    <a:pt x="629233" y="4188669"/>
                    <a:pt x="647700" y="4114800"/>
                  </a:cubicBezTo>
                  <a:lnTo>
                    <a:pt x="666750" y="4019550"/>
                  </a:lnTo>
                  <a:lnTo>
                    <a:pt x="285750" y="4362450"/>
                  </a:lnTo>
                  <a:close/>
                </a:path>
              </a:pathLst>
            </a:custGeom>
            <a:solidFill>
              <a:schemeClr val="tx1">
                <a:alpha val="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4F9E379-04DF-4D49-46A4-8EFAB35374F9}"/>
                </a:ext>
              </a:extLst>
            </p:cNvPr>
            <p:cNvSpPr txBox="1"/>
            <p:nvPr/>
          </p:nvSpPr>
          <p:spPr>
            <a:xfrm>
              <a:off x="4133999" y="684392"/>
              <a:ext cx="3359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AaYuanWeiTuSi" panose="02010600010101010101" pitchFamily="2" charset="-122"/>
                  <a:ea typeface="AaYuanWeiTuSi" panose="02010600010101010101" pitchFamily="2" charset="-122"/>
                </a:rPr>
                <a:t>The second floor is not out of bounds.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A6A7C48-5D03-0661-1260-5AD05131271C}"/>
                </a:ext>
              </a:extLst>
            </p:cNvPr>
            <p:cNvGrpSpPr/>
            <p:nvPr/>
          </p:nvGrpSpPr>
          <p:grpSpPr>
            <a:xfrm>
              <a:off x="-564135" y="602343"/>
              <a:ext cx="13178645" cy="7166307"/>
              <a:chOff x="-564135" y="355662"/>
              <a:chExt cx="13178645" cy="7412988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8D99973-5EBF-F5F1-C533-DA1E32690B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64135" y="355662"/>
                <a:ext cx="13178645" cy="7412988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4E28BC-4E3B-34B9-DFFF-5F5BFBBA2FAF}"/>
                  </a:ext>
                </a:extLst>
              </p:cNvPr>
              <p:cNvSpPr txBox="1"/>
              <p:nvPr/>
            </p:nvSpPr>
            <p:spPr>
              <a:xfrm>
                <a:off x="2088261" y="4982346"/>
                <a:ext cx="812979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AaYuanWeiTuSi" panose="02010600010101010101" pitchFamily="2" charset="-122"/>
                    <a:ea typeface="AaYuanWeiTuSi" panose="02010600010101010101" pitchFamily="2" charset="-122"/>
                  </a:rPr>
                  <a:t>That’s… weird. Why do I suddenly feel light-headed?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8BBB71F-3084-A32F-7ED3-57E3A8E1A53D}"/>
                </a:ext>
              </a:extLst>
            </p:cNvPr>
            <p:cNvGrpSpPr/>
            <p:nvPr/>
          </p:nvGrpSpPr>
          <p:grpSpPr>
            <a:xfrm>
              <a:off x="9897800" y="3968607"/>
              <a:ext cx="683029" cy="962568"/>
              <a:chOff x="6583364" y="4577702"/>
              <a:chExt cx="683029" cy="962568"/>
            </a:xfrm>
          </p:grpSpPr>
          <p:pic>
            <p:nvPicPr>
              <p:cNvPr id="22" name="Picture 21">
                <a:hlinkClick r:id="" action="ppaction://hlinkshowjump?jump=nextslide"/>
                <a:extLst>
                  <a:ext uri="{FF2B5EF4-FFF2-40B4-BE49-F238E27FC236}">
                    <a16:creationId xmlns:a16="http://schemas.microsoft.com/office/drawing/2014/main" id="{1E842EA6-5A3D-B143-7711-4F6316D814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37692" t="57373" r="47573" b="32989"/>
              <a:stretch>
                <a:fillRect/>
              </a:stretch>
            </p:blipFill>
            <p:spPr>
              <a:xfrm>
                <a:off x="6583364" y="4577702"/>
                <a:ext cx="683029" cy="962568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0D9FB1-B745-B557-25E9-F0D17404AF0F}"/>
                  </a:ext>
                </a:extLst>
              </p:cNvPr>
              <p:cNvSpPr txBox="1"/>
              <p:nvPr/>
            </p:nvSpPr>
            <p:spPr>
              <a:xfrm>
                <a:off x="6747221" y="4850507"/>
                <a:ext cx="3642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aYuanWeiTuSi" panose="02010600010101010101" pitchFamily="2" charset="-122"/>
                    <a:ea typeface="AaYuanWeiTuSi" panose="02010600010101010101" pitchFamily="2" charset="-122"/>
                    <a:hlinkClick r:id="" action="ppaction://hlinkshowjump?jump=nextslide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x</a:t>
                </a:r>
                <a:endParaRPr lang="en-ID" dirty="0">
                  <a:latin typeface="AaYuanWeiTuSi" panose="02010600010101010101" pitchFamily="2" charset="-122"/>
                  <a:ea typeface="AaYuanWeiTuSi" panose="02010600010101010101" pitchFamily="2" charset="-122"/>
                </a:endParaRP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365DCEA-D3A6-846A-F20F-10F3DF7B7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85999" y="3428998"/>
              <a:ext cx="9494830" cy="34290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53E49ED-E579-D137-D7C2-3813F5DA2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20000"/>
            </a:blip>
            <a:stretch>
              <a:fillRect/>
            </a:stretch>
          </p:blipFill>
          <p:spPr>
            <a:xfrm>
              <a:off x="-112124" y="-196355"/>
              <a:ext cx="12369928" cy="7045695"/>
            </a:xfrm>
            <a:prstGeom prst="rect">
              <a:avLst/>
            </a:prstGeom>
          </p:spPr>
        </p:pic>
      </p:grpSp>
      <p:sp>
        <p:nvSpPr>
          <p:cNvPr id="30" name="Rectangle 2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8FE84FA-64BB-96DE-E62C-91DEDB3E95A0}"/>
              </a:ext>
            </a:extLst>
          </p:cNvPr>
          <p:cNvSpPr/>
          <p:nvPr/>
        </p:nvSpPr>
        <p:spPr>
          <a:xfrm>
            <a:off x="9916413" y="4097389"/>
            <a:ext cx="603286" cy="552027"/>
          </a:xfrm>
          <a:prstGeom prst="rect">
            <a:avLst/>
          </a:prstGeom>
          <a:solidFill>
            <a:schemeClr val="tx1">
              <a:lumMod val="95000"/>
              <a:lumOff val="5000"/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7101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50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ACC5A5-5840-D7E5-A512-542519682FAD}"/>
              </a:ext>
            </a:extLst>
          </p:cNvPr>
          <p:cNvGrpSpPr/>
          <p:nvPr/>
        </p:nvGrpSpPr>
        <p:grpSpPr>
          <a:xfrm>
            <a:off x="5360194" y="5210415"/>
            <a:ext cx="1471612" cy="962568"/>
            <a:chOff x="6583364" y="4577702"/>
            <a:chExt cx="1471612" cy="962568"/>
          </a:xfrm>
        </p:grpSpPr>
        <p:pic>
          <p:nvPicPr>
            <p:cNvPr id="3" name="Picture 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0F34AB7-795C-9C9D-CB0F-834022BED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9FD2CDB-85C2-7DC4-ED10-40748340A16A}"/>
                </a:ext>
              </a:extLst>
            </p:cNvPr>
            <p:cNvSpPr txBox="1"/>
            <p:nvPr/>
          </p:nvSpPr>
          <p:spPr>
            <a:xfrm>
              <a:off x="6841314" y="4842887"/>
              <a:ext cx="9364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Huh?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579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C909EC-378F-C0DD-9EC4-1C1AEF5D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D31631-1C65-7539-7C70-2E124E31FF97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A2F818-C470-B8A9-E409-3F808EDBD254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E5F44F-8887-EEC3-0E7F-FEE1FAB6445F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DA5451-07ED-A594-404B-895602CAE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CFF834-A2E0-03FE-90F9-B8F30C33C407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Welcome to the Atrium.</a:t>
              </a: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A murder has occurred.</a:t>
              </a: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Good luck.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22A4EC0-5EC3-3E39-40AF-5BA5F722EE90}"/>
              </a:ext>
            </a:extLst>
          </p:cNvPr>
          <p:cNvGrpSpPr/>
          <p:nvPr/>
        </p:nvGrpSpPr>
        <p:grpSpPr>
          <a:xfrm>
            <a:off x="6032274" y="3700462"/>
            <a:ext cx="1471612" cy="962568"/>
            <a:chOff x="6583364" y="4577702"/>
            <a:chExt cx="1471612" cy="962568"/>
          </a:xfrm>
        </p:grpSpPr>
        <p:pic>
          <p:nvPicPr>
            <p:cNvPr id="18" name="Picture 1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38C685CA-B5E1-6ECD-5D69-1B72CDDE5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6794E8D-F91C-592D-C800-A9331FFACF60}"/>
                </a:ext>
              </a:extLst>
            </p:cNvPr>
            <p:cNvSpPr txBox="1"/>
            <p:nvPr/>
          </p:nvSpPr>
          <p:spPr>
            <a:xfrm>
              <a:off x="6841314" y="4842887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OKAY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B74491F-4ECB-1645-A3B4-54CF92497D05}"/>
              </a:ext>
            </a:extLst>
          </p:cNvPr>
          <p:cNvSpPr/>
          <p:nvPr/>
        </p:nvSpPr>
        <p:spPr>
          <a:xfrm>
            <a:off x="6934200" y="51907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479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EED84-C5C9-7A7E-1891-36F8AB435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730878-0531-DFC5-7BA4-760D86240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6D5AF25-068A-E46E-3AFC-A957DF466624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E956B89-3AE1-2D7E-472C-65E115A0A72B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19113D-957E-BE63-FBD4-F781C6CEE366}"/>
              </a:ext>
            </a:extLst>
          </p:cNvPr>
          <p:cNvGrpSpPr/>
          <p:nvPr/>
        </p:nvGrpSpPr>
        <p:grpSpPr>
          <a:xfrm>
            <a:off x="2667000" y="-9525"/>
            <a:ext cx="6858000" cy="6858000"/>
            <a:chOff x="2667000" y="204560"/>
            <a:chExt cx="6858000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660BF5-9413-B49A-8E0E-88568C3CC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7000" y="204560"/>
              <a:ext cx="6858000" cy="6858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262CD2-A75E-E2C7-0B9C-1E2653F14DAF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Start with the crime scene.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AD07058-A8F2-2836-07FA-2B74F080DE28}"/>
              </a:ext>
            </a:extLst>
          </p:cNvPr>
          <p:cNvSpPr/>
          <p:nvPr/>
        </p:nvSpPr>
        <p:spPr>
          <a:xfrm>
            <a:off x="6934200" y="51907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48662E-0B5D-F985-9FE4-EFA6C2309A99}"/>
              </a:ext>
            </a:extLst>
          </p:cNvPr>
          <p:cNvGrpSpPr/>
          <p:nvPr/>
        </p:nvGrpSpPr>
        <p:grpSpPr>
          <a:xfrm>
            <a:off x="6032274" y="3700462"/>
            <a:ext cx="1471612" cy="962568"/>
            <a:chOff x="6583364" y="4577702"/>
            <a:chExt cx="1471612" cy="962568"/>
          </a:xfrm>
        </p:grpSpPr>
        <p:pic>
          <p:nvPicPr>
            <p:cNvPr id="4" name="Picture 3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E7FBE85-7D5A-8E4F-1B70-26215FEC8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31E291D-5388-FA2F-E097-AAA3E2D55DEE}"/>
                </a:ext>
              </a:extLst>
            </p:cNvPr>
            <p:cNvSpPr txBox="1"/>
            <p:nvPr/>
          </p:nvSpPr>
          <p:spPr>
            <a:xfrm>
              <a:off x="6841314" y="4842887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OKAY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2270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245C3-29AF-A45F-4039-A430A912F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838D1A8-08AB-F1CA-384C-9C5FE351A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A4F5C1-0404-2403-00BC-3C8A83684403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C1C1D83-F7BB-F70E-9C63-3B2CDAA0D726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4E34AB-1530-DB5F-A257-6475F9037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AE38CE6-49DE-7B11-0697-5F9BA50042B7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DACB055-55D5-07C2-7535-DF5695B6E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422590">
            <a:off x="10766162" y="6212910"/>
            <a:ext cx="1099301" cy="6183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E2D413-2944-B18D-3775-65FF956E1A70}"/>
              </a:ext>
            </a:extLst>
          </p:cNvPr>
          <p:cNvSpPr txBox="1"/>
          <p:nvPr/>
        </p:nvSpPr>
        <p:spPr>
          <a:xfrm>
            <a:off x="4416371" y="7041010"/>
            <a:ext cx="28262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Body found around: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4:00 – 5:00 PM.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Body shows no signs of struggle.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Victim is Victoria.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17, Female, 5’5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Everyone’s favorite.</a:t>
            </a:r>
          </a:p>
        </p:txBody>
      </p:sp>
    </p:spTree>
    <p:extLst>
      <p:ext uri="{BB962C8B-B14F-4D97-AF65-F5344CB8AC3E}">
        <p14:creationId xmlns:p14="http://schemas.microsoft.com/office/powerpoint/2010/main" val="1056955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E8925-77B8-539D-CE23-93598972E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B4E51-FEA8-540F-3F47-E4BCC3239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0AB48D4-9D03-0C95-8B33-6BF445E16DF3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1ADDF29-F5C2-D636-B58B-6BF21F784A4A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C01D5B-9073-2115-A672-A7FA4B1A5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2786037-DB21-364E-E83C-DD78B59DD8CC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CA32A0-E484-C81B-B28F-552B9145E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42424">
            <a:off x="4318325" y="1946546"/>
            <a:ext cx="3919984" cy="2204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41AA45-9AB6-6994-76B6-4EE3F9F0C7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376" y="67718"/>
            <a:ext cx="11349634" cy="63841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A62C5C9-103E-A197-2962-B5FDB274EEC3}"/>
              </a:ext>
            </a:extLst>
          </p:cNvPr>
          <p:cNvSpPr txBox="1"/>
          <p:nvPr/>
        </p:nvSpPr>
        <p:spPr>
          <a:xfrm>
            <a:off x="4416371" y="1516261"/>
            <a:ext cx="28262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Body found around: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4:00 – 5:00 PM.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Body shows no signs of struggle.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Victim is Victoria.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17, Female, 5’5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Everyone’s favorite.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86421B-426F-FE48-23F3-246437F857C4}"/>
              </a:ext>
            </a:extLst>
          </p:cNvPr>
          <p:cNvGrpSpPr/>
          <p:nvPr/>
        </p:nvGrpSpPr>
        <p:grpSpPr>
          <a:xfrm>
            <a:off x="7389134" y="595812"/>
            <a:ext cx="683029" cy="962568"/>
            <a:chOff x="6583364" y="4577702"/>
            <a:chExt cx="683029" cy="962568"/>
          </a:xfrm>
        </p:grpSpPr>
        <p:pic>
          <p:nvPicPr>
            <p:cNvPr id="22" name="Picture 21">
              <a:hlinkClick r:id="rId7" action="ppaction://hlinksldjump"/>
              <a:extLst>
                <a:ext uri="{FF2B5EF4-FFF2-40B4-BE49-F238E27FC236}">
                  <a16:creationId xmlns:a16="http://schemas.microsoft.com/office/drawing/2014/main" id="{CBD52A2B-C960-050E-8E40-9CF995EB9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99D5AB-1555-436F-9150-9B625CBC51FD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7270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DA31A-008A-4A04-E8A2-3D02A1214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500C47-E593-1F71-231C-57D1B901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7B7A429-6535-57F7-1985-717173C6AB06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962413C-C6EA-87F4-F119-1716EEEE1FF8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2C4141-EF59-A393-0776-4298D5576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9C546A-527F-D4E1-CF0B-B05D939B3AB0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9F6235D-F77E-376E-4B42-3908A40EC3F8}"/>
              </a:ext>
            </a:extLst>
          </p:cNvPr>
          <p:cNvGrpSpPr/>
          <p:nvPr/>
        </p:nvGrpSpPr>
        <p:grpSpPr>
          <a:xfrm>
            <a:off x="-564135" y="355662"/>
            <a:ext cx="13178645" cy="7412988"/>
            <a:chOff x="-564135" y="355662"/>
            <a:chExt cx="13178645" cy="741298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827D0F-A5C5-6AC4-88BF-A955EEE38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64135" y="355662"/>
              <a:ext cx="13178645" cy="741298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5AAB9A-103A-0096-74F0-8EBEBC529BB6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What? Was everything not real?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C11C6FE-8F62-9078-729E-D53CF6983A8E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7" name="Picture 1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0DC7278-AF4C-6FFD-0DAF-84C0DBF07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005DA0-FCFA-1392-86EA-5D5252D7176F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7014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E8FA4-D2DE-6DFA-D8E5-CF1AAFF9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559DD1-B550-D1AC-D85B-45D3230F1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4B5640A-E1E3-3F32-7D0C-6171544CF119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D4CF51B-08F0-E19E-3CCA-6F4C1A2715B9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7E014-D27A-8B2E-4395-EEB2D3FFA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A8C265-F1FB-2930-2E07-0DA025FDDC0B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4B71F7B-8E92-4F17-A4AE-D881F764F4B6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E289334-6CFE-8610-4EF9-2FD688DFE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0D2065-6A36-AE6E-EF46-90D23B656D6E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 err="1">
                  <a:latin typeface="AaYuanWeiTuSi" panose="02010600010101010101" pitchFamily="2" charset="-122"/>
                  <a:ea typeface="AaYuanWeiTuSi" panose="02010600010101010101" pitchFamily="2" charset="-122"/>
                </a:rPr>
                <a:t>Bzz</a:t>
              </a:r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! </a:t>
              </a:r>
              <a:r>
                <a:rPr lang="en-US" sz="1600" dirty="0" err="1">
                  <a:latin typeface="AaYuanWeiTuSi" panose="02010600010101010101" pitchFamily="2" charset="-122"/>
                  <a:ea typeface="AaYuanWeiTuSi" panose="02010600010101010101" pitchFamily="2" charset="-122"/>
                </a:rPr>
                <a:t>Bzz</a:t>
              </a:r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! The walkie talkie is buzzing.</a:t>
              </a:r>
            </a:p>
          </p:txBody>
        </p:sp>
      </p:grpSp>
      <p:pic>
        <p:nvPicPr>
          <p:cNvPr id="11" name="Picture 10">
            <a:hlinkClick r:id="rId6" action="ppaction://hlinksldjump"/>
            <a:extLst>
              <a:ext uri="{FF2B5EF4-FFF2-40B4-BE49-F238E27FC236}">
                <a16:creationId xmlns:a16="http://schemas.microsoft.com/office/drawing/2014/main" id="{0E1CF4F3-8506-1D94-A624-FAE41B21B8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124892" flipH="1">
            <a:off x="6093398" y="3391036"/>
            <a:ext cx="1406351" cy="105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8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97516-53A5-69AA-1CE8-C5156B429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5085A28-05D4-642E-6513-20F621EBD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321D75-F5C3-B3A8-1ACF-0FA754022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4AA5F36-6D52-1EF6-59F2-5D7A7ECBAA56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87F73C-6410-051F-58BE-58E369831517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7B036-07A0-D709-10FF-0A547B1C52A5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CE7AF0-B900-639C-8719-442164899771}"/>
              </a:ext>
            </a:extLst>
          </p:cNvPr>
          <p:cNvGrpSpPr/>
          <p:nvPr/>
        </p:nvGrpSpPr>
        <p:grpSpPr>
          <a:xfrm>
            <a:off x="1462402" y="-363289"/>
            <a:ext cx="6858000" cy="6858000"/>
            <a:chOff x="1462402" y="-121827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7CAF8C0-FA2B-E893-EE06-4B7A36942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2402" y="-121827"/>
              <a:ext cx="6858000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2F65D1-9A08-67D2-8283-DFE2540C8CB2}"/>
                </a:ext>
              </a:extLst>
            </p:cNvPr>
            <p:cNvSpPr txBox="1"/>
            <p:nvPr/>
          </p:nvSpPr>
          <p:spPr>
            <a:xfrm>
              <a:off x="2972882" y="2705051"/>
              <a:ext cx="335925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We need information and a decision ASAP. Family is demanding. The mall is momentarily locked; there should be no one inside.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53C2D24-9E40-F081-453B-62485B091F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1373"/>
          <a:stretch>
            <a:fillRect/>
          </a:stretch>
        </p:blipFill>
        <p:spPr>
          <a:xfrm rot="18490126" flipH="1">
            <a:off x="3039893" y="1729101"/>
            <a:ext cx="7641913" cy="409368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6955B1A-106D-EC8C-9C41-69161DD303D6}"/>
              </a:ext>
            </a:extLst>
          </p:cNvPr>
          <p:cNvGrpSpPr/>
          <p:nvPr/>
        </p:nvGrpSpPr>
        <p:grpSpPr>
          <a:xfrm>
            <a:off x="4247278" y="3953115"/>
            <a:ext cx="1471612" cy="962568"/>
            <a:chOff x="6583364" y="4577702"/>
            <a:chExt cx="1471612" cy="962568"/>
          </a:xfrm>
        </p:grpSpPr>
        <p:pic>
          <p:nvPicPr>
            <p:cNvPr id="16" name="Picture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BBCE1A3-AFF2-B964-5A0E-9D12E5BCD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67D19C-B9BD-8826-8DA3-3F19CBEE18F9}"/>
                </a:ext>
              </a:extLst>
            </p:cNvPr>
            <p:cNvSpPr txBox="1"/>
            <p:nvPr/>
          </p:nvSpPr>
          <p:spPr>
            <a:xfrm>
              <a:off x="6841314" y="4842887"/>
              <a:ext cx="896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8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Wait.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0142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C92B-4A20-7903-DFF5-86C364007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37BFF6-8F40-F490-061B-27FFE8A16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00850" y="-3825478"/>
            <a:ext cx="18992850" cy="106834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E66AB7-4979-6186-FCF6-D044A3914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96456">
            <a:off x="3058246" y="-604459"/>
            <a:ext cx="9644918" cy="9158249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F6D74ED-5EA6-D93C-19F4-02DA7C7EDB61}"/>
              </a:ext>
            </a:extLst>
          </p:cNvPr>
          <p:cNvSpPr/>
          <p:nvPr/>
        </p:nvSpPr>
        <p:spPr>
          <a:xfrm>
            <a:off x="-3232505" y="-2638616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8E03658-993B-4AA0-72BE-D4628782FC47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197F19-CFCC-4369-9EE4-0E570A16E8B0}"/>
              </a:ext>
            </a:extLst>
          </p:cNvPr>
          <p:cNvSpPr/>
          <p:nvPr/>
        </p:nvSpPr>
        <p:spPr>
          <a:xfrm>
            <a:off x="6953250" y="-3512242"/>
            <a:ext cx="4981577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215083-5DE9-7BF5-011A-6DA38FC0E9B2}"/>
              </a:ext>
            </a:extLst>
          </p:cNvPr>
          <p:cNvGrpSpPr/>
          <p:nvPr/>
        </p:nvGrpSpPr>
        <p:grpSpPr>
          <a:xfrm>
            <a:off x="1462402" y="-335912"/>
            <a:ext cx="6858000" cy="6858000"/>
            <a:chOff x="1462402" y="-121827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973F548-CA14-97BD-8675-BF277894A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2402" y="-121827"/>
              <a:ext cx="6858000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7212E1F-A260-929C-CF91-A0B1314B50E3}"/>
                </a:ext>
              </a:extLst>
            </p:cNvPr>
            <p:cNvSpPr txBox="1"/>
            <p:nvPr/>
          </p:nvSpPr>
          <p:spPr>
            <a:xfrm>
              <a:off x="2972882" y="2851630"/>
              <a:ext cx="3359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Copy?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C786842-B440-7E94-293F-804187B93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909707" flipH="1">
            <a:off x="2709475" y="890165"/>
            <a:ext cx="7641913" cy="520643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A820424-47EB-02F9-B6C7-518407E7C0BB}"/>
              </a:ext>
            </a:extLst>
          </p:cNvPr>
          <p:cNvGrpSpPr/>
          <p:nvPr/>
        </p:nvGrpSpPr>
        <p:grpSpPr>
          <a:xfrm>
            <a:off x="4247278" y="3953115"/>
            <a:ext cx="1471612" cy="962568"/>
            <a:chOff x="6583364" y="4577702"/>
            <a:chExt cx="1471612" cy="962568"/>
          </a:xfrm>
        </p:grpSpPr>
        <p:pic>
          <p:nvPicPr>
            <p:cNvPr id="19" name="Picture 1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1AEBCC5-85C7-4B86-1B4A-48E04AB0C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398F6F-1BC9-2767-2C4A-C70FEFA9D091}"/>
                </a:ext>
              </a:extLst>
            </p:cNvPr>
            <p:cNvSpPr txBox="1"/>
            <p:nvPr/>
          </p:nvSpPr>
          <p:spPr>
            <a:xfrm>
              <a:off x="6841314" y="4842887"/>
              <a:ext cx="1072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Noted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7050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4CB85-3F94-807A-39E3-D4DB907DC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8D5B7FA-3B27-A127-2886-8AFB22630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B1CD19B-C28E-821E-DB60-800DF0184F14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EDB6C0-0989-495A-1607-E1BE742E3807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1FC6A3-2F93-4E75-F8F9-C4D25A024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1EF84FD-95BC-14AD-7172-9B326A4438E6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A699586-9D24-23F4-B0D7-79C11F29F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3576D59-2840-39C2-2168-C4922641E1B7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Try checking out the purple room on the first floor.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EC37D4-1F2A-6413-DB48-2E84D57B47B6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20" name="Picture 1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2584BD8-46BD-9DB2-3D8A-2AC0830F8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1D99AA3-69C2-3069-90B5-1E5CF7580970}"/>
                </a:ext>
              </a:extLst>
            </p:cNvPr>
            <p:cNvSpPr txBox="1"/>
            <p:nvPr/>
          </p:nvSpPr>
          <p:spPr>
            <a:xfrm>
              <a:off x="6841314" y="4842887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Okay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2704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5EC6F-E163-AD5A-9A07-1F243F803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6256E7B-9E00-AD20-D2EC-8C534A954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6FD2C8A-8765-072B-CF67-98D2FB518EF2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5BCD869-E1AB-40C3-4707-38BCD72433A0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Freeform: Shape 13">
            <a:hlinkClick r:id="rId4" action="ppaction://hlinksldjump"/>
            <a:extLst>
              <a:ext uri="{FF2B5EF4-FFF2-40B4-BE49-F238E27FC236}">
                <a16:creationId xmlns:a16="http://schemas.microsoft.com/office/drawing/2014/main" id="{C66E5CEF-BAC2-9891-C9DA-68F1178DCE1A}"/>
              </a:ext>
            </a:extLst>
          </p:cNvPr>
          <p:cNvSpPr/>
          <p:nvPr/>
        </p:nvSpPr>
        <p:spPr>
          <a:xfrm>
            <a:off x="2038350" y="2115033"/>
            <a:ext cx="1762125" cy="2981325"/>
          </a:xfrm>
          <a:custGeom>
            <a:avLst/>
            <a:gdLst>
              <a:gd name="csX0" fmla="*/ 0 w 2971800"/>
              <a:gd name="csY0" fmla="*/ 714375 h 2981325"/>
              <a:gd name="csX1" fmla="*/ 0 w 2971800"/>
              <a:gd name="csY1" fmla="*/ 714375 h 2981325"/>
              <a:gd name="csX2" fmla="*/ 161925 w 2971800"/>
              <a:gd name="csY2" fmla="*/ 695325 h 2981325"/>
              <a:gd name="csX3" fmla="*/ 190500 w 2971800"/>
              <a:gd name="csY3" fmla="*/ 685800 h 2981325"/>
              <a:gd name="csX4" fmla="*/ 542925 w 2971800"/>
              <a:gd name="csY4" fmla="*/ 609600 h 2981325"/>
              <a:gd name="csX5" fmla="*/ 742950 w 2971800"/>
              <a:gd name="csY5" fmla="*/ 542925 h 2981325"/>
              <a:gd name="csX6" fmla="*/ 809625 w 2971800"/>
              <a:gd name="csY6" fmla="*/ 514350 h 2981325"/>
              <a:gd name="csX7" fmla="*/ 885825 w 2971800"/>
              <a:gd name="csY7" fmla="*/ 504825 h 2981325"/>
              <a:gd name="csX8" fmla="*/ 1171575 w 2971800"/>
              <a:gd name="csY8" fmla="*/ 361950 h 2981325"/>
              <a:gd name="csX9" fmla="*/ 1485900 w 2971800"/>
              <a:gd name="csY9" fmla="*/ 266700 h 2981325"/>
              <a:gd name="csX10" fmla="*/ 1743075 w 2971800"/>
              <a:gd name="csY10" fmla="*/ 171450 h 2981325"/>
              <a:gd name="csX11" fmla="*/ 1905000 w 2971800"/>
              <a:gd name="csY11" fmla="*/ 95250 h 2981325"/>
              <a:gd name="csX12" fmla="*/ 2276475 w 2971800"/>
              <a:gd name="csY12" fmla="*/ 47625 h 2981325"/>
              <a:gd name="csX13" fmla="*/ 2562225 w 2971800"/>
              <a:gd name="csY13" fmla="*/ 0 h 2981325"/>
              <a:gd name="csX14" fmla="*/ 2943225 w 2971800"/>
              <a:gd name="csY14" fmla="*/ 0 h 2981325"/>
              <a:gd name="csX15" fmla="*/ 2971800 w 2971800"/>
              <a:gd name="csY15" fmla="*/ 1800225 h 2981325"/>
              <a:gd name="csX16" fmla="*/ 2667000 w 2971800"/>
              <a:gd name="csY16" fmla="*/ 1847850 h 2981325"/>
              <a:gd name="csX17" fmla="*/ 2486025 w 2971800"/>
              <a:gd name="csY17" fmla="*/ 1866900 h 2981325"/>
              <a:gd name="csX18" fmla="*/ 2085975 w 2971800"/>
              <a:gd name="csY18" fmla="*/ 1943100 h 2981325"/>
              <a:gd name="csX19" fmla="*/ 1962150 w 2971800"/>
              <a:gd name="csY19" fmla="*/ 1962150 h 2981325"/>
              <a:gd name="csX20" fmla="*/ 1933575 w 2971800"/>
              <a:gd name="csY20" fmla="*/ 1971675 h 2981325"/>
              <a:gd name="csX21" fmla="*/ 1762125 w 2971800"/>
              <a:gd name="csY21" fmla="*/ 2019300 h 2981325"/>
              <a:gd name="csX22" fmla="*/ 1171575 w 2971800"/>
              <a:gd name="csY22" fmla="*/ 2181225 h 2981325"/>
              <a:gd name="csX23" fmla="*/ 1047750 w 2971800"/>
              <a:gd name="csY23" fmla="*/ 2247900 h 2981325"/>
              <a:gd name="csX24" fmla="*/ 981075 w 2971800"/>
              <a:gd name="csY24" fmla="*/ 2295525 h 2981325"/>
              <a:gd name="csX25" fmla="*/ 609600 w 2971800"/>
              <a:gd name="csY25" fmla="*/ 2476500 h 2981325"/>
              <a:gd name="csX26" fmla="*/ 542925 w 2971800"/>
              <a:gd name="csY26" fmla="*/ 2524125 h 2981325"/>
              <a:gd name="csX27" fmla="*/ 523875 w 2971800"/>
              <a:gd name="csY27" fmla="*/ 2552700 h 2981325"/>
              <a:gd name="csX28" fmla="*/ 381000 w 2971800"/>
              <a:gd name="csY28" fmla="*/ 2695575 h 2981325"/>
              <a:gd name="csX29" fmla="*/ 304800 w 2971800"/>
              <a:gd name="csY29" fmla="*/ 2790825 h 2981325"/>
              <a:gd name="csX30" fmla="*/ 266700 w 2971800"/>
              <a:gd name="csY30" fmla="*/ 2847975 h 2981325"/>
              <a:gd name="csX31" fmla="*/ 247650 w 2971800"/>
              <a:gd name="csY31" fmla="*/ 2886075 h 2981325"/>
              <a:gd name="csX32" fmla="*/ 171450 w 2971800"/>
              <a:gd name="csY32" fmla="*/ 2962275 h 2981325"/>
              <a:gd name="csX33" fmla="*/ 152400 w 2971800"/>
              <a:gd name="csY33" fmla="*/ 2981325 h 2981325"/>
              <a:gd name="csX34" fmla="*/ 57150 w 2971800"/>
              <a:gd name="csY34" fmla="*/ 695325 h 2981325"/>
              <a:gd name="csX35" fmla="*/ 152400 w 2971800"/>
              <a:gd name="csY35" fmla="*/ 704850 h 2981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2971800" h="2981325">
                <a:moveTo>
                  <a:pt x="0" y="714375"/>
                </a:moveTo>
                <a:lnTo>
                  <a:pt x="0" y="714375"/>
                </a:lnTo>
                <a:cubicBezTo>
                  <a:pt x="37785" y="710597"/>
                  <a:pt x="119812" y="703748"/>
                  <a:pt x="161925" y="695325"/>
                </a:cubicBezTo>
                <a:cubicBezTo>
                  <a:pt x="171770" y="693356"/>
                  <a:pt x="180705" y="688004"/>
                  <a:pt x="190500" y="685800"/>
                </a:cubicBezTo>
                <a:cubicBezTo>
                  <a:pt x="307758" y="659417"/>
                  <a:pt x="426564" y="639693"/>
                  <a:pt x="542925" y="609600"/>
                </a:cubicBezTo>
                <a:cubicBezTo>
                  <a:pt x="610968" y="592003"/>
                  <a:pt x="676763" y="566563"/>
                  <a:pt x="742950" y="542925"/>
                </a:cubicBezTo>
                <a:cubicBezTo>
                  <a:pt x="765721" y="534792"/>
                  <a:pt x="786261" y="520580"/>
                  <a:pt x="809625" y="514350"/>
                </a:cubicBezTo>
                <a:cubicBezTo>
                  <a:pt x="834358" y="507754"/>
                  <a:pt x="860425" y="508000"/>
                  <a:pt x="885825" y="504825"/>
                </a:cubicBezTo>
                <a:cubicBezTo>
                  <a:pt x="1014631" y="425560"/>
                  <a:pt x="1018712" y="413923"/>
                  <a:pt x="1171575" y="361950"/>
                </a:cubicBezTo>
                <a:cubicBezTo>
                  <a:pt x="1275228" y="326708"/>
                  <a:pt x="1383235" y="304724"/>
                  <a:pt x="1485900" y="266700"/>
                </a:cubicBezTo>
                <a:cubicBezTo>
                  <a:pt x="1571625" y="234950"/>
                  <a:pt x="1660360" y="210375"/>
                  <a:pt x="1743075" y="171450"/>
                </a:cubicBezTo>
                <a:cubicBezTo>
                  <a:pt x="1797050" y="146050"/>
                  <a:pt x="1845831" y="102836"/>
                  <a:pt x="1905000" y="95250"/>
                </a:cubicBezTo>
                <a:lnTo>
                  <a:pt x="2276475" y="47625"/>
                </a:lnTo>
                <a:cubicBezTo>
                  <a:pt x="2372040" y="33775"/>
                  <a:pt x="2465661" y="0"/>
                  <a:pt x="2562225" y="0"/>
                </a:cubicBezTo>
                <a:lnTo>
                  <a:pt x="2943225" y="0"/>
                </a:lnTo>
                <a:lnTo>
                  <a:pt x="2971800" y="1800225"/>
                </a:lnTo>
                <a:cubicBezTo>
                  <a:pt x="2799175" y="1832592"/>
                  <a:pt x="2840878" y="1827978"/>
                  <a:pt x="2667000" y="1847850"/>
                </a:cubicBezTo>
                <a:cubicBezTo>
                  <a:pt x="2606734" y="1854738"/>
                  <a:pt x="2545884" y="1857087"/>
                  <a:pt x="2486025" y="1866900"/>
                </a:cubicBezTo>
                <a:cubicBezTo>
                  <a:pt x="2352066" y="1888861"/>
                  <a:pt x="2219533" y="1918817"/>
                  <a:pt x="2085975" y="1943100"/>
                </a:cubicBezTo>
                <a:cubicBezTo>
                  <a:pt x="2044888" y="1950570"/>
                  <a:pt x="2003425" y="1955800"/>
                  <a:pt x="1962150" y="1962150"/>
                </a:cubicBezTo>
                <a:cubicBezTo>
                  <a:pt x="1952625" y="1965325"/>
                  <a:pt x="1943229" y="1968917"/>
                  <a:pt x="1933575" y="1971675"/>
                </a:cubicBezTo>
                <a:cubicBezTo>
                  <a:pt x="1876543" y="1987970"/>
                  <a:pt x="1818686" y="2001439"/>
                  <a:pt x="1762125" y="2019300"/>
                </a:cubicBezTo>
                <a:cubicBezTo>
                  <a:pt x="1265702" y="2176065"/>
                  <a:pt x="1550266" y="2115366"/>
                  <a:pt x="1171575" y="2181225"/>
                </a:cubicBezTo>
                <a:cubicBezTo>
                  <a:pt x="1075193" y="2245480"/>
                  <a:pt x="1271914" y="2116039"/>
                  <a:pt x="1047750" y="2247900"/>
                </a:cubicBezTo>
                <a:cubicBezTo>
                  <a:pt x="1024209" y="2261748"/>
                  <a:pt x="1005378" y="2283062"/>
                  <a:pt x="981075" y="2295525"/>
                </a:cubicBezTo>
                <a:cubicBezTo>
                  <a:pt x="937070" y="2318092"/>
                  <a:pt x="708917" y="2412653"/>
                  <a:pt x="609600" y="2476500"/>
                </a:cubicBezTo>
                <a:cubicBezTo>
                  <a:pt x="586625" y="2491269"/>
                  <a:pt x="565150" y="2508250"/>
                  <a:pt x="542925" y="2524125"/>
                </a:cubicBezTo>
                <a:cubicBezTo>
                  <a:pt x="536575" y="2533650"/>
                  <a:pt x="531735" y="2544377"/>
                  <a:pt x="523875" y="2552700"/>
                </a:cubicBezTo>
                <a:cubicBezTo>
                  <a:pt x="477630" y="2601666"/>
                  <a:pt x="423074" y="2642982"/>
                  <a:pt x="381000" y="2695575"/>
                </a:cubicBezTo>
                <a:cubicBezTo>
                  <a:pt x="355600" y="2727325"/>
                  <a:pt x="327354" y="2756994"/>
                  <a:pt x="304800" y="2790825"/>
                </a:cubicBezTo>
                <a:cubicBezTo>
                  <a:pt x="292100" y="2809875"/>
                  <a:pt x="278480" y="2828342"/>
                  <a:pt x="266700" y="2847975"/>
                </a:cubicBezTo>
                <a:cubicBezTo>
                  <a:pt x="259395" y="2860151"/>
                  <a:pt x="256740" y="2875167"/>
                  <a:pt x="247650" y="2886075"/>
                </a:cubicBezTo>
                <a:cubicBezTo>
                  <a:pt x="224654" y="2913670"/>
                  <a:pt x="196850" y="2936875"/>
                  <a:pt x="171450" y="2962275"/>
                </a:cubicBezTo>
                <a:lnTo>
                  <a:pt x="152400" y="2981325"/>
                </a:lnTo>
                <a:lnTo>
                  <a:pt x="57150" y="695325"/>
                </a:lnTo>
                <a:lnTo>
                  <a:pt x="152400" y="704850"/>
                </a:lnTo>
              </a:path>
            </a:pathLst>
          </a:custGeom>
          <a:solidFill>
            <a:schemeClr val="bg2">
              <a:lumMod val="90000"/>
              <a:alpha val="13000"/>
            </a:schemeClr>
          </a:solidFill>
          <a:ln>
            <a:solidFill>
              <a:schemeClr val="accent1">
                <a:shade val="15000"/>
                <a:alpha val="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115918-7DC7-FDB3-9194-9FF25283E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CE7D7DD-3863-F923-758E-05AE418313BA}"/>
              </a:ext>
            </a:extLst>
          </p:cNvPr>
          <p:cNvSpPr txBox="1"/>
          <p:nvPr/>
        </p:nvSpPr>
        <p:spPr>
          <a:xfrm>
            <a:off x="4133999" y="684392"/>
            <a:ext cx="3359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second floor is out of bounds.</a:t>
            </a:r>
          </a:p>
        </p:txBody>
      </p:sp>
    </p:spTree>
    <p:extLst>
      <p:ext uri="{BB962C8B-B14F-4D97-AF65-F5344CB8AC3E}">
        <p14:creationId xmlns:p14="http://schemas.microsoft.com/office/powerpoint/2010/main" val="594904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458DC-0812-B78A-1FAE-DA144DBA9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452A582-D41A-CDF1-8999-05C39964AC74}"/>
              </a:ext>
            </a:extLst>
          </p:cNvPr>
          <p:cNvGrpSpPr/>
          <p:nvPr/>
        </p:nvGrpSpPr>
        <p:grpSpPr>
          <a:xfrm>
            <a:off x="-1395147" y="-709248"/>
            <a:ext cx="13904938" cy="8680782"/>
            <a:chOff x="-1395147" y="-709248"/>
            <a:chExt cx="13904938" cy="8680782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4B13F55-CD1E-89B3-DCC4-58F9A6CF1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64C51C2-3F4C-499B-76B8-F5D3C8A98B84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24B83FD2-A93D-FA36-98EC-3F7BA082A5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15000"/>
              </a:blip>
              <a:stretch>
                <a:fillRect/>
              </a:stretch>
            </p:blipFill>
            <p:spPr>
              <a:xfrm>
                <a:off x="-459415" y="-709248"/>
                <a:ext cx="12969206" cy="8680782"/>
              </a:xfrm>
              <a:prstGeom prst="rect">
                <a:avLst/>
              </a:prstGeom>
            </p:spPr>
          </p:pic>
          <p:pic>
            <p:nvPicPr>
              <p:cNvPr id="27" name="Picture 2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D76242D5-C778-226B-ED47-2B665F791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96933" y="123825"/>
                <a:ext cx="1998133" cy="1123950"/>
              </a:xfrm>
              <a:prstGeom prst="rect">
                <a:avLst/>
              </a:prstGeom>
            </p:spPr>
          </p:pic>
          <p:pic>
            <p:nvPicPr>
              <p:cNvPr id="28" name="Picture 2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344602DA-4485-B9A4-A8D0-E383161B3B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19550" y="771160"/>
                <a:ext cx="3877733" cy="2181225"/>
              </a:xfrm>
              <a:prstGeom prst="rect">
                <a:avLst/>
              </a:prstGeom>
            </p:spPr>
          </p:pic>
          <p:pic>
            <p:nvPicPr>
              <p:cNvPr id="29" name="Picture 2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00F249BC-9856-2EB3-4FE4-37E32532DF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67891" y="939471"/>
                <a:ext cx="6096000" cy="3429000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B5CA019A-D427-9C6E-923B-ECEDDEC8E8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r="43742"/>
              <a:stretch>
                <a:fillRect/>
              </a:stretch>
            </p:blipFill>
            <p:spPr>
              <a:xfrm>
                <a:off x="-1395147" y="1861772"/>
                <a:ext cx="5414697" cy="5413920"/>
              </a:xfrm>
              <a:prstGeom prst="rect">
                <a:avLst/>
              </a:prstGeom>
            </p:spPr>
          </p:pic>
          <p:pic>
            <p:nvPicPr>
              <p:cNvPr id="31" name="Picture 30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340F9E79-1A54-BAB2-8EE2-983238C403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l="14707" r="54089"/>
              <a:stretch>
                <a:fillRect/>
              </a:stretch>
            </p:blipFill>
            <p:spPr>
              <a:xfrm flipH="1">
                <a:off x="10580828" y="2258352"/>
                <a:ext cx="1611172" cy="2904383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3B398-02E7-4795-334C-62821E9C4BE5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7D441B1-BE2E-6745-3C92-CC1E055C638C}"/>
              </a:ext>
            </a:extLst>
          </p:cNvPr>
          <p:cNvGrpSpPr/>
          <p:nvPr/>
        </p:nvGrpSpPr>
        <p:grpSpPr>
          <a:xfrm>
            <a:off x="-448065" y="558546"/>
            <a:ext cx="13178645" cy="7412988"/>
            <a:chOff x="-564135" y="355662"/>
            <a:chExt cx="13178645" cy="741298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1944F8-95B4-F434-4423-55C98FB27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564135" y="355662"/>
              <a:ext cx="13178645" cy="741298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A23E8E-0BB7-6D1D-5602-8B5D8AE972EA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This again?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C3C3C76-DC17-7F3D-E429-6B8C6689DB0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-307015" y="-556848"/>
            <a:ext cx="12969206" cy="868078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36FDDF20-B560-82FF-290B-78576ED75F06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33" name="Picture 32">
              <a:hlinkClick r:id="rId14" action="ppaction://hlinksldjump"/>
              <a:extLst>
                <a:ext uri="{FF2B5EF4-FFF2-40B4-BE49-F238E27FC236}">
                  <a16:creationId xmlns:a16="http://schemas.microsoft.com/office/drawing/2014/main" id="{8E75E2D1-7426-164F-5CD1-E39343782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06123B4-9BA2-BEA0-6FC6-31CD0B5535E3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1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4063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7271-B593-CBF7-2D9F-84AA6BB3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6FE0C6F-BA20-B1A5-F7E4-8EF8B75551F9}"/>
              </a:ext>
            </a:extLst>
          </p:cNvPr>
          <p:cNvGrpSpPr/>
          <p:nvPr/>
        </p:nvGrpSpPr>
        <p:grpSpPr>
          <a:xfrm>
            <a:off x="-1395147" y="-709248"/>
            <a:ext cx="13904938" cy="8680782"/>
            <a:chOff x="-1395147" y="-709248"/>
            <a:chExt cx="13904938" cy="868078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A658D2F-0727-3351-F709-5AD47CB02219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A78D505D-4207-68C8-7B85-0518F4C578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785E0E84-2760-E87C-1F25-491DCB2109A5}"/>
                  </a:ext>
                </a:extLst>
              </p:cNvPr>
              <p:cNvGrpSpPr/>
              <p:nvPr/>
            </p:nvGrpSpPr>
            <p:grpSpPr>
              <a:xfrm>
                <a:off x="-1395147" y="-709248"/>
                <a:ext cx="13904938" cy="8680782"/>
                <a:chOff x="-1395147" y="-709248"/>
                <a:chExt cx="13904938" cy="8680782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F18879BB-E024-4560-14A8-B6C9743341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 amt="15000"/>
                </a:blip>
                <a:stretch>
                  <a:fillRect/>
                </a:stretch>
              </p:blipFill>
              <p:spPr>
                <a:xfrm>
                  <a:off x="-459415" y="-709248"/>
                  <a:ext cx="12969206" cy="8680782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hlinkClick r:id="rId5" action="ppaction://hlinksldjump"/>
                  <a:extLst>
                    <a:ext uri="{FF2B5EF4-FFF2-40B4-BE49-F238E27FC236}">
                      <a16:creationId xmlns:a16="http://schemas.microsoft.com/office/drawing/2014/main" id="{0645B7DE-F803-A38D-DF1D-B72C92CF78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96933" y="123825"/>
                  <a:ext cx="1998133" cy="1123950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hlinkClick r:id="rId7" action="ppaction://hlinksldjump"/>
                  <a:extLst>
                    <a:ext uri="{FF2B5EF4-FFF2-40B4-BE49-F238E27FC236}">
                      <a16:creationId xmlns:a16="http://schemas.microsoft.com/office/drawing/2014/main" id="{EB35B5EE-AA37-03F3-4931-78D5F7EA34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19550" y="771160"/>
                  <a:ext cx="3877733" cy="2181225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hlinkClick r:id="rId9" action="ppaction://hlinksldjump"/>
                  <a:extLst>
                    <a:ext uri="{FF2B5EF4-FFF2-40B4-BE49-F238E27FC236}">
                      <a16:creationId xmlns:a16="http://schemas.microsoft.com/office/drawing/2014/main" id="{54B5D60C-E86B-21E7-B3F0-2C4C0725CE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67891" y="939471"/>
                  <a:ext cx="6096000" cy="3429000"/>
                </a:xfrm>
                <a:prstGeom prst="rect">
                  <a:avLst/>
                </a:prstGeom>
              </p:spPr>
            </p:pic>
            <p:pic>
              <p:nvPicPr>
                <p:cNvPr id="4" name="Picture 3">
                  <a:hlinkClick r:id="rId11" action="ppaction://hlinksldjump"/>
                  <a:extLst>
                    <a:ext uri="{FF2B5EF4-FFF2-40B4-BE49-F238E27FC236}">
                      <a16:creationId xmlns:a16="http://schemas.microsoft.com/office/drawing/2014/main" id="{01A65810-ED29-A31E-062B-D2F47DB194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rcRect r="43742"/>
                <a:stretch>
                  <a:fillRect/>
                </a:stretch>
              </p:blipFill>
              <p:spPr>
                <a:xfrm>
                  <a:off x="-1395147" y="1861772"/>
                  <a:ext cx="5414697" cy="54139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5" name="Picture 4">
              <a:hlinkClick r:id="rId13" action="ppaction://hlinksldjump"/>
              <a:extLst>
                <a:ext uri="{FF2B5EF4-FFF2-40B4-BE49-F238E27FC236}">
                  <a16:creationId xmlns:a16="http://schemas.microsoft.com/office/drawing/2014/main" id="{0475382C-CD58-40A8-CB65-A456BE8BC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14707" r="54089"/>
            <a:stretch>
              <a:fillRect/>
            </a:stretch>
          </p:blipFill>
          <p:spPr>
            <a:xfrm flipH="1">
              <a:off x="10580828" y="2258352"/>
              <a:ext cx="1611172" cy="290438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3E8B145-6544-6C7C-A5F7-4EE850DD2F0B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5" action="ppaction://hlinksldjump"/>
            <a:extLst>
              <a:ext uri="{FF2B5EF4-FFF2-40B4-BE49-F238E27FC236}">
                <a16:creationId xmlns:a16="http://schemas.microsoft.com/office/drawing/2014/main" id="{1B23E7AB-32F5-AB4A-293E-48D222EBC2C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8728441" flipH="1">
            <a:off x="5250688" y="2687029"/>
            <a:ext cx="749289" cy="74721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1014BA5-7B65-DBE1-9901-0FBE1F12E54E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</p:spTree>
    <p:extLst>
      <p:ext uri="{BB962C8B-B14F-4D97-AF65-F5344CB8AC3E}">
        <p14:creationId xmlns:p14="http://schemas.microsoft.com/office/powerpoint/2010/main" val="3881492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F41D2-7305-B9AA-B755-C148FA23B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9978350-ED99-F0BA-FE26-B1C6E697098A}"/>
              </a:ext>
            </a:extLst>
          </p:cNvPr>
          <p:cNvGrpSpPr/>
          <p:nvPr/>
        </p:nvGrpSpPr>
        <p:grpSpPr>
          <a:xfrm>
            <a:off x="-2331584" y="-2423749"/>
            <a:ext cx="20053591" cy="12519355"/>
            <a:chOff x="-1395147" y="-709248"/>
            <a:chExt cx="13904938" cy="868078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EFA3F63-4090-D537-1A64-33F477AD18AE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0717843-3F6C-D914-143E-1782285838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480055D-0E5A-F63B-5DB9-D1ADAC6720E7}"/>
                  </a:ext>
                </a:extLst>
              </p:cNvPr>
              <p:cNvGrpSpPr/>
              <p:nvPr/>
            </p:nvGrpSpPr>
            <p:grpSpPr>
              <a:xfrm>
                <a:off x="-1395147" y="-709248"/>
                <a:ext cx="13904938" cy="8680782"/>
                <a:chOff x="-1395147" y="-709248"/>
                <a:chExt cx="13904938" cy="8680782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A22C8093-8561-CEC6-DEC0-1BF7850B2D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 amt="15000"/>
                </a:blip>
                <a:stretch>
                  <a:fillRect/>
                </a:stretch>
              </p:blipFill>
              <p:spPr>
                <a:xfrm>
                  <a:off x="-459415" y="-709248"/>
                  <a:ext cx="12969206" cy="8680782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hlinkClick r:id="rId5" action="ppaction://hlinksldjump"/>
                  <a:extLst>
                    <a:ext uri="{FF2B5EF4-FFF2-40B4-BE49-F238E27FC236}">
                      <a16:creationId xmlns:a16="http://schemas.microsoft.com/office/drawing/2014/main" id="{D0CB6690-E54F-72CA-00F4-E70DBDE86C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96933" y="123825"/>
                  <a:ext cx="1998133" cy="1123950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hlinkClick r:id="rId7" action="ppaction://hlinksldjump"/>
                  <a:extLst>
                    <a:ext uri="{FF2B5EF4-FFF2-40B4-BE49-F238E27FC236}">
                      <a16:creationId xmlns:a16="http://schemas.microsoft.com/office/drawing/2014/main" id="{3AE2A7B5-8506-9B2D-CD4E-71B635572F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19550" y="771160"/>
                  <a:ext cx="3877733" cy="2181225"/>
                </a:xfrm>
                <a:prstGeom prst="rect">
                  <a:avLst/>
                </a:prstGeom>
              </p:spPr>
            </p:pic>
            <p:pic>
              <p:nvPicPr>
                <p:cNvPr id="21" name="Picture 20">
                  <a:hlinkClick r:id="rId9" action="ppaction://hlinksldjump"/>
                  <a:extLst>
                    <a:ext uri="{FF2B5EF4-FFF2-40B4-BE49-F238E27FC236}">
                      <a16:creationId xmlns:a16="http://schemas.microsoft.com/office/drawing/2014/main" id="{36F070E0-FFC9-8DFD-2701-04B57F07AC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67891" y="939471"/>
                  <a:ext cx="6096000" cy="3429000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hlinkClick r:id="rId11" action="ppaction://hlinksldjump"/>
                  <a:extLst>
                    <a:ext uri="{FF2B5EF4-FFF2-40B4-BE49-F238E27FC236}">
                      <a16:creationId xmlns:a16="http://schemas.microsoft.com/office/drawing/2014/main" id="{667DB4C2-55C8-C38B-A7DE-7DD86ED985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rcRect r="43742"/>
                <a:stretch>
                  <a:fillRect/>
                </a:stretch>
              </p:blipFill>
              <p:spPr>
                <a:xfrm>
                  <a:off x="-1395147" y="1861772"/>
                  <a:ext cx="5414697" cy="54139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4" name="Picture 13">
              <a:hlinkClick r:id="rId7" action="ppaction://hlinksldjump"/>
              <a:extLst>
                <a:ext uri="{FF2B5EF4-FFF2-40B4-BE49-F238E27FC236}">
                  <a16:creationId xmlns:a16="http://schemas.microsoft.com/office/drawing/2014/main" id="{5F900318-5382-1E32-7F2B-041F61FC7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4707" r="54089"/>
            <a:stretch>
              <a:fillRect/>
            </a:stretch>
          </p:blipFill>
          <p:spPr>
            <a:xfrm flipH="1">
              <a:off x="10580828" y="2258352"/>
              <a:ext cx="1611172" cy="290438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47117CF-6633-CFAD-C290-8CE9048230B8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4" action="ppaction://hlinksldjump"/>
            <a:extLst>
              <a:ext uri="{FF2B5EF4-FFF2-40B4-BE49-F238E27FC236}">
                <a16:creationId xmlns:a16="http://schemas.microsoft.com/office/drawing/2014/main" id="{407D8B74-1C67-9AA3-6AC0-A3F5AE8D8DE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8728441" flipH="1">
            <a:off x="6777898" y="2200246"/>
            <a:ext cx="1320998" cy="13173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5D4A55E-1BAA-6DD5-AE56-B8CA0575C79F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pic>
        <p:nvPicPr>
          <p:cNvPr id="8" name="Picture 7">
            <a:hlinkClick r:id="rId16" action="ppaction://hlinksldjump"/>
            <a:extLst>
              <a:ext uri="{FF2B5EF4-FFF2-40B4-BE49-F238E27FC236}">
                <a16:creationId xmlns:a16="http://schemas.microsoft.com/office/drawing/2014/main" id="{A6E3A03E-0946-2381-A5D6-EB7E85027143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28807" t="14708" r="53097" b="50794"/>
          <a:stretch>
            <a:fillRect/>
          </a:stretch>
        </p:blipFill>
        <p:spPr>
          <a:xfrm>
            <a:off x="2190116" y="2394708"/>
            <a:ext cx="2115200" cy="226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20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1DABF-96FA-E5CC-6B32-6EF2701A0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03F7ECB-2E4A-2768-310A-8A6E9F69C0DE}"/>
              </a:ext>
            </a:extLst>
          </p:cNvPr>
          <p:cNvGrpSpPr/>
          <p:nvPr/>
        </p:nvGrpSpPr>
        <p:grpSpPr>
          <a:xfrm>
            <a:off x="-2331584" y="-2423749"/>
            <a:ext cx="20053591" cy="12519355"/>
            <a:chOff x="-1395147" y="-709248"/>
            <a:chExt cx="13904938" cy="868078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88AD15A-CF52-CF01-D746-2828277E144A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B10FE626-6E8C-DE70-533B-8B01250E61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EEB39016-7483-4CEB-26A0-21FECC9A7F56}"/>
                  </a:ext>
                </a:extLst>
              </p:cNvPr>
              <p:cNvGrpSpPr/>
              <p:nvPr/>
            </p:nvGrpSpPr>
            <p:grpSpPr>
              <a:xfrm>
                <a:off x="-1395147" y="-709248"/>
                <a:ext cx="13904938" cy="8680782"/>
                <a:chOff x="-1395147" y="-709248"/>
                <a:chExt cx="13904938" cy="8680782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CC091F8A-0DAB-35F4-10B8-8B5F69587F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 amt="15000"/>
                </a:blip>
                <a:stretch>
                  <a:fillRect/>
                </a:stretch>
              </p:blipFill>
              <p:spPr>
                <a:xfrm>
                  <a:off x="-459415" y="-709248"/>
                  <a:ext cx="12969206" cy="8680782"/>
                </a:xfrm>
                <a:prstGeom prst="rect">
                  <a:avLst/>
                </a:prstGeom>
              </p:spPr>
            </p:pic>
            <p:pic>
              <p:nvPicPr>
                <p:cNvPr id="25" name="Picture 24">
                  <a:hlinkClick r:id="rId5" action="ppaction://hlinksldjump"/>
                  <a:extLst>
                    <a:ext uri="{FF2B5EF4-FFF2-40B4-BE49-F238E27FC236}">
                      <a16:creationId xmlns:a16="http://schemas.microsoft.com/office/drawing/2014/main" id="{2419A8F5-5D50-FDEC-3E07-8214592B93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96933" y="123825"/>
                  <a:ext cx="1998133" cy="1123950"/>
                </a:xfrm>
                <a:prstGeom prst="rect">
                  <a:avLst/>
                </a:prstGeom>
              </p:spPr>
            </p:pic>
            <p:pic>
              <p:nvPicPr>
                <p:cNvPr id="27" name="Picture 26">
                  <a:hlinkClick r:id="rId7" action="ppaction://hlinksldjump"/>
                  <a:extLst>
                    <a:ext uri="{FF2B5EF4-FFF2-40B4-BE49-F238E27FC236}">
                      <a16:creationId xmlns:a16="http://schemas.microsoft.com/office/drawing/2014/main" id="{30CAB824-68DE-41FC-9E71-5E6FAFC3F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19550" y="771160"/>
                  <a:ext cx="3877733" cy="2181225"/>
                </a:xfrm>
                <a:prstGeom prst="rect">
                  <a:avLst/>
                </a:prstGeom>
              </p:spPr>
            </p:pic>
            <p:pic>
              <p:nvPicPr>
                <p:cNvPr id="28" name="Picture 27">
                  <a:hlinkClick r:id="rId9" action="ppaction://hlinksldjump"/>
                  <a:extLst>
                    <a:ext uri="{FF2B5EF4-FFF2-40B4-BE49-F238E27FC236}">
                      <a16:creationId xmlns:a16="http://schemas.microsoft.com/office/drawing/2014/main" id="{BD8CCAC1-149D-5492-CCD8-45EBFA54A3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67891" y="939471"/>
                  <a:ext cx="6096000" cy="3429000"/>
                </a:xfrm>
                <a:prstGeom prst="rect">
                  <a:avLst/>
                </a:prstGeom>
              </p:spPr>
            </p:pic>
            <p:pic>
              <p:nvPicPr>
                <p:cNvPr id="29" name="Picture 28">
                  <a:hlinkClick r:id="rId11" action="ppaction://hlinksldjump"/>
                  <a:extLst>
                    <a:ext uri="{FF2B5EF4-FFF2-40B4-BE49-F238E27FC236}">
                      <a16:creationId xmlns:a16="http://schemas.microsoft.com/office/drawing/2014/main" id="{3895619E-97E1-FD9E-086D-FF2FEE138E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rcRect r="43742"/>
                <a:stretch>
                  <a:fillRect/>
                </a:stretch>
              </p:blipFill>
              <p:spPr>
                <a:xfrm>
                  <a:off x="-1395147" y="1861772"/>
                  <a:ext cx="5414697" cy="54139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9" name="Picture 18">
              <a:hlinkClick r:id="rId7" action="ppaction://hlinksldjump"/>
              <a:extLst>
                <a:ext uri="{FF2B5EF4-FFF2-40B4-BE49-F238E27FC236}">
                  <a16:creationId xmlns:a16="http://schemas.microsoft.com/office/drawing/2014/main" id="{01C616DD-8F57-CEF0-F973-B330F5CFC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4707" r="54089"/>
            <a:stretch>
              <a:fillRect/>
            </a:stretch>
          </p:blipFill>
          <p:spPr>
            <a:xfrm flipH="1">
              <a:off x="10580828" y="2258352"/>
              <a:ext cx="1611172" cy="290438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E1CE332-A642-5725-BE9A-11B6F7430E46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64264A-8A01-D173-E8BB-1F86DF951F30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pic>
        <p:nvPicPr>
          <p:cNvPr id="4" name="Picture 3">
            <a:hlinkClick r:id="rId14" action="ppaction://hlinksldjump"/>
            <a:extLst>
              <a:ext uri="{FF2B5EF4-FFF2-40B4-BE49-F238E27FC236}">
                <a16:creationId xmlns:a16="http://schemas.microsoft.com/office/drawing/2014/main" id="{1EA43362-F329-6FCA-E104-B4CF88428B0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8728441" flipH="1">
            <a:off x="6777898" y="2200246"/>
            <a:ext cx="1320998" cy="131733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0B3D9B2-4948-E832-69A6-05B2A0671E62}"/>
              </a:ext>
            </a:extLst>
          </p:cNvPr>
          <p:cNvGrpSpPr/>
          <p:nvPr/>
        </p:nvGrpSpPr>
        <p:grpSpPr>
          <a:xfrm>
            <a:off x="2619391" y="25227"/>
            <a:ext cx="6858000" cy="6858000"/>
            <a:chOff x="2667000" y="214085"/>
            <a:chExt cx="6858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FDC93AB-26E9-7925-6C26-9D7A3BAC8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45E9091-AB6B-DBDC-82ED-DEA9247F7FAB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A laptop!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0E5F41-BB4B-5659-E46E-0910F8EE1344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14" name="Picture 13">
              <a:hlinkClick r:id="rId17" action="ppaction://hlinksldjump"/>
              <a:extLst>
                <a:ext uri="{FF2B5EF4-FFF2-40B4-BE49-F238E27FC236}">
                  <a16:creationId xmlns:a16="http://schemas.microsoft.com/office/drawing/2014/main" id="{104A092E-1E2B-69DA-8893-B27DF7594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90196A-1289-481F-7783-735682796E95}"/>
                </a:ext>
              </a:extLst>
            </p:cNvPr>
            <p:cNvSpPr txBox="1"/>
            <p:nvPr/>
          </p:nvSpPr>
          <p:spPr>
            <a:xfrm>
              <a:off x="6841314" y="4842887"/>
              <a:ext cx="981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1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Enter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321DFF93-A9E8-DC58-6953-688058A8F44F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28807" t="14708" r="53097" b="50794"/>
          <a:stretch>
            <a:fillRect/>
          </a:stretch>
        </p:blipFill>
        <p:spPr>
          <a:xfrm>
            <a:off x="2190116" y="2394708"/>
            <a:ext cx="2115200" cy="226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024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5BBF72A-F591-0637-D949-3B51DAF53FB9}"/>
              </a:ext>
            </a:extLst>
          </p:cNvPr>
          <p:cNvSpPr/>
          <p:nvPr/>
        </p:nvSpPr>
        <p:spPr>
          <a:xfrm>
            <a:off x="3817257" y="3113314"/>
            <a:ext cx="4376057" cy="1059543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426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046E9-072D-92A8-2185-83B1EE15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DF464321-434D-F430-0ABF-8DFA88078E52}"/>
              </a:ext>
            </a:extLst>
          </p:cNvPr>
          <p:cNvSpPr/>
          <p:nvPr/>
        </p:nvSpPr>
        <p:spPr>
          <a:xfrm>
            <a:off x="508001" y="449944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hlinkClick r:id="rId4" action="ppaction://hlinksldjump"/>
            <a:extLst>
              <a:ext uri="{FF2B5EF4-FFF2-40B4-BE49-F238E27FC236}">
                <a16:creationId xmlns:a16="http://schemas.microsoft.com/office/drawing/2014/main" id="{86AA6AB0-D656-7CEE-5DF9-CF9E1423060A}"/>
              </a:ext>
            </a:extLst>
          </p:cNvPr>
          <p:cNvSpPr/>
          <p:nvPr/>
        </p:nvSpPr>
        <p:spPr>
          <a:xfrm>
            <a:off x="508001" y="1560287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DE86DFE3-9818-CD7D-AF9F-EB0829F25AC4}"/>
              </a:ext>
            </a:extLst>
          </p:cNvPr>
          <p:cNvSpPr/>
          <p:nvPr/>
        </p:nvSpPr>
        <p:spPr>
          <a:xfrm>
            <a:off x="508001" y="2670630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Arrow: Down 6">
            <a:hlinkClick r:id="rId5" action="ppaction://hlinksldjump"/>
            <a:extLst>
              <a:ext uri="{FF2B5EF4-FFF2-40B4-BE49-F238E27FC236}">
                <a16:creationId xmlns:a16="http://schemas.microsoft.com/office/drawing/2014/main" id="{8EA63924-1298-C405-A9AF-54AF3CEF57ED}"/>
              </a:ext>
            </a:extLst>
          </p:cNvPr>
          <p:cNvSpPr/>
          <p:nvPr/>
        </p:nvSpPr>
        <p:spPr>
          <a:xfrm>
            <a:off x="11132457" y="5936343"/>
            <a:ext cx="478972" cy="471714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EE6DF-C75D-AD73-F63E-D3667BE1C034}"/>
              </a:ext>
            </a:extLst>
          </p:cNvPr>
          <p:cNvSpPr txBox="1"/>
          <p:nvPr/>
        </p:nvSpPr>
        <p:spPr>
          <a:xfrm>
            <a:off x="7917543" y="6045200"/>
            <a:ext cx="32149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Shut down? (No return)</a:t>
            </a:r>
          </a:p>
        </p:txBody>
      </p:sp>
    </p:spTree>
    <p:extLst>
      <p:ext uri="{BB962C8B-B14F-4D97-AF65-F5344CB8AC3E}">
        <p14:creationId xmlns:p14="http://schemas.microsoft.com/office/powerpoint/2010/main" val="3252314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EC671A-C369-A4D7-59B9-020A62BA3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45623A-5B52-EAAD-A235-B7685AA64857}"/>
              </a:ext>
            </a:extLst>
          </p:cNvPr>
          <p:cNvSpPr/>
          <p:nvPr/>
        </p:nvSpPr>
        <p:spPr>
          <a:xfrm>
            <a:off x="508001" y="449944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7C185A-80DA-7D3E-2568-3873A91371DD}"/>
              </a:ext>
            </a:extLst>
          </p:cNvPr>
          <p:cNvSpPr/>
          <p:nvPr/>
        </p:nvSpPr>
        <p:spPr>
          <a:xfrm>
            <a:off x="508001" y="1560287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6B103F-5040-A5F8-BABF-A7D4D71B0F4D}"/>
              </a:ext>
            </a:extLst>
          </p:cNvPr>
          <p:cNvSpPr/>
          <p:nvPr/>
        </p:nvSpPr>
        <p:spPr>
          <a:xfrm>
            <a:off x="508001" y="2670630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F82DBB-200D-B371-A071-3A0CF3493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50" y="0"/>
            <a:ext cx="11392100" cy="6408056"/>
          </a:xfrm>
          <a:prstGeom prst="rect">
            <a:avLst/>
          </a:prstGeom>
        </p:spPr>
      </p:pic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30EDAA1B-9A4E-04AC-E52B-6AD43939E638}"/>
              </a:ext>
            </a:extLst>
          </p:cNvPr>
          <p:cNvSpPr/>
          <p:nvPr/>
        </p:nvSpPr>
        <p:spPr>
          <a:xfrm>
            <a:off x="9448799" y="1081316"/>
            <a:ext cx="457201" cy="333828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3160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6D47C9-B071-456C-81F6-3E6A37F4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294D89-1AFB-75D4-A8D7-861CE05094F1}"/>
              </a:ext>
            </a:extLst>
          </p:cNvPr>
          <p:cNvSpPr/>
          <p:nvPr/>
        </p:nvSpPr>
        <p:spPr>
          <a:xfrm>
            <a:off x="508001" y="449944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F366D5-FA68-1353-C05F-408B642BCF00}"/>
              </a:ext>
            </a:extLst>
          </p:cNvPr>
          <p:cNvSpPr/>
          <p:nvPr/>
        </p:nvSpPr>
        <p:spPr>
          <a:xfrm>
            <a:off x="508001" y="1560287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5E3FEE-235B-2636-3B24-57F433AB39AD}"/>
              </a:ext>
            </a:extLst>
          </p:cNvPr>
          <p:cNvSpPr/>
          <p:nvPr/>
        </p:nvSpPr>
        <p:spPr>
          <a:xfrm>
            <a:off x="508001" y="2670630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E4581E-7DA4-AAAD-5D80-3BF2D26E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9950" y="0"/>
            <a:ext cx="11392099" cy="6408055"/>
          </a:xfrm>
          <a:prstGeom prst="rect">
            <a:avLst/>
          </a:prstGeom>
        </p:spPr>
      </p:pic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59584987-12D6-F3E7-682A-53F4FB79659C}"/>
              </a:ext>
            </a:extLst>
          </p:cNvPr>
          <p:cNvSpPr/>
          <p:nvPr/>
        </p:nvSpPr>
        <p:spPr>
          <a:xfrm>
            <a:off x="9448799" y="1081316"/>
            <a:ext cx="457201" cy="333828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hlinkClick r:id="rId5" action="ppaction://hlinksldjump"/>
            <a:extLst>
              <a:ext uri="{FF2B5EF4-FFF2-40B4-BE49-F238E27FC236}">
                <a16:creationId xmlns:a16="http://schemas.microsoft.com/office/drawing/2014/main" id="{A5E38342-FA3D-4F74-514B-87A7E64DC204}"/>
              </a:ext>
            </a:extLst>
          </p:cNvPr>
          <p:cNvSpPr/>
          <p:nvPr/>
        </p:nvSpPr>
        <p:spPr>
          <a:xfrm>
            <a:off x="2133600" y="1618343"/>
            <a:ext cx="1153885" cy="1291770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8753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63055-5264-AE80-D447-DCB94ED7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3A06EB-7A82-4422-E726-00E1E572B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9951" y="0"/>
            <a:ext cx="11392097" cy="6408055"/>
          </a:xfrm>
          <a:prstGeom prst="rect">
            <a:avLst/>
          </a:prstGeom>
        </p:spPr>
      </p:pic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5B91F0C3-65ED-6BCF-F5E2-38A3B2ADA16B}"/>
              </a:ext>
            </a:extLst>
          </p:cNvPr>
          <p:cNvSpPr/>
          <p:nvPr/>
        </p:nvSpPr>
        <p:spPr>
          <a:xfrm>
            <a:off x="9448799" y="1081316"/>
            <a:ext cx="457201" cy="333828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2D7DADC8-7D7B-D1B1-4B70-748C721BC062}"/>
              </a:ext>
            </a:extLst>
          </p:cNvPr>
          <p:cNvSpPr/>
          <p:nvPr/>
        </p:nvSpPr>
        <p:spPr>
          <a:xfrm>
            <a:off x="6429829" y="1081316"/>
            <a:ext cx="362857" cy="333828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3C3279-CB45-4054-520A-5C8E41D20FDB}"/>
              </a:ext>
            </a:extLst>
          </p:cNvPr>
          <p:cNvSpPr txBox="1"/>
          <p:nvPr/>
        </p:nvSpPr>
        <p:spPr>
          <a:xfrm>
            <a:off x="3859004" y="1613118"/>
            <a:ext cx="269419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Found a note that seemed to be from a diary talking about how they are only known as Victoria’s second at school. 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Owner seems to be in 12</a:t>
            </a:r>
            <a:r>
              <a:rPr lang="en-US" sz="1600" baseline="300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</a:t>
            </a:r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 grade.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Found during 4:00-4:30 patrol.</a:t>
            </a:r>
          </a:p>
        </p:txBody>
      </p:sp>
    </p:spTree>
    <p:extLst>
      <p:ext uri="{BB962C8B-B14F-4D97-AF65-F5344CB8AC3E}">
        <p14:creationId xmlns:p14="http://schemas.microsoft.com/office/powerpoint/2010/main" val="668435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EF80D7-C2C0-EE15-2D08-7961C5FC5D0D}"/>
              </a:ext>
            </a:extLst>
          </p:cNvPr>
          <p:cNvGrpSpPr/>
          <p:nvPr/>
        </p:nvGrpSpPr>
        <p:grpSpPr>
          <a:xfrm>
            <a:off x="-564135" y="355662"/>
            <a:ext cx="13178645" cy="7412988"/>
            <a:chOff x="-564135" y="355662"/>
            <a:chExt cx="13178645" cy="74129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9BBC570-073A-CA1B-C756-C62C787BE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564135" y="355662"/>
              <a:ext cx="13178645" cy="741298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00DF82-D968-069E-7E7B-DBC921BDBFF2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Is it this drawer?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FAC2F21-C2E1-08BD-774D-5C4464DEA56D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8" name="Picture 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30BEC3E7-DA7D-3045-6062-3DD6838F2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203BD3-5013-97E2-3640-EF6CD5114442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0783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EE17B-B436-F35B-E04A-EEEB9427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hlinkClick r:id="rId3" action="ppaction://hlinksldjump"/>
            <a:extLst>
              <a:ext uri="{FF2B5EF4-FFF2-40B4-BE49-F238E27FC236}">
                <a16:creationId xmlns:a16="http://schemas.microsoft.com/office/drawing/2014/main" id="{0E6A04E9-6C34-1B50-1BA9-9280B4915D27}"/>
              </a:ext>
            </a:extLst>
          </p:cNvPr>
          <p:cNvSpPr/>
          <p:nvPr/>
        </p:nvSpPr>
        <p:spPr>
          <a:xfrm>
            <a:off x="7837714" y="108857"/>
            <a:ext cx="2743200" cy="2888343"/>
          </a:xfrm>
          <a:custGeom>
            <a:avLst/>
            <a:gdLst>
              <a:gd name="csX0" fmla="*/ 0 w 2743200"/>
              <a:gd name="csY0" fmla="*/ 1240972 h 2888343"/>
              <a:gd name="csX1" fmla="*/ 36286 w 2743200"/>
              <a:gd name="csY1" fmla="*/ 2888343 h 2888343"/>
              <a:gd name="csX2" fmla="*/ 2677886 w 2743200"/>
              <a:gd name="csY2" fmla="*/ 1640114 h 2888343"/>
              <a:gd name="csX3" fmla="*/ 2743200 w 2743200"/>
              <a:gd name="csY3" fmla="*/ 0 h 2888343"/>
              <a:gd name="csX4" fmla="*/ 0 w 2743200"/>
              <a:gd name="csY4" fmla="*/ 1240972 h 28883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43200" h="2888343">
                <a:moveTo>
                  <a:pt x="0" y="1240972"/>
                </a:moveTo>
                <a:lnTo>
                  <a:pt x="36286" y="2888343"/>
                </a:lnTo>
                <a:lnTo>
                  <a:pt x="2677886" y="1640114"/>
                </a:lnTo>
                <a:lnTo>
                  <a:pt x="2743200" y="0"/>
                </a:lnTo>
                <a:lnTo>
                  <a:pt x="0" y="1240972"/>
                </a:lnTo>
                <a:close/>
              </a:path>
            </a:pathLst>
          </a:custGeom>
          <a:solidFill>
            <a:schemeClr val="accent2">
              <a:lumMod val="50000"/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47955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11AC3-1330-D0A2-2D2B-3E12B3F25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76B724-1B4F-2D25-6005-D4CB4476B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42720">
            <a:off x="5060202" y="1365621"/>
            <a:ext cx="2071596" cy="11652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3EDFD8-9830-CCD9-1BA4-C3EB70064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556" y="1103347"/>
            <a:ext cx="2071596" cy="1165273"/>
          </a:xfrm>
          <a:prstGeom prst="rect">
            <a:avLst/>
          </a:prstGeom>
        </p:spPr>
      </p:pic>
      <p:pic>
        <p:nvPicPr>
          <p:cNvPr id="3" name="Picture 2">
            <a:hlinkClick r:id="rId4" action="ppaction://hlinksldjump"/>
            <a:extLst>
              <a:ext uri="{FF2B5EF4-FFF2-40B4-BE49-F238E27FC236}">
                <a16:creationId xmlns:a16="http://schemas.microsoft.com/office/drawing/2014/main" id="{C4D166B8-AAC5-EB78-80FD-FC4F9B5E2D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770" r="32326"/>
          <a:stretch>
            <a:fillRect/>
          </a:stretch>
        </p:blipFill>
        <p:spPr>
          <a:xfrm rot="912892">
            <a:off x="4892098" y="773953"/>
            <a:ext cx="1033269" cy="12391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BDDAEA-5A27-D54E-DC08-A8DA9D4A1216}"/>
              </a:ext>
            </a:extLst>
          </p:cNvPr>
          <p:cNvSpPr txBox="1"/>
          <p:nvPr/>
        </p:nvSpPr>
        <p:spPr>
          <a:xfrm>
            <a:off x="4690127" y="6953240"/>
            <a:ext cx="319113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I’m so sick of Vic. The teachers love her; all my friends prefer her over me. 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so unfair!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I wanted to confront her after math class today but my teacher held me back for homework.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When will she just stay out of my life forever?!</a:t>
            </a:r>
          </a:p>
        </p:txBody>
      </p:sp>
    </p:spTree>
    <p:extLst>
      <p:ext uri="{BB962C8B-B14F-4D97-AF65-F5344CB8AC3E}">
        <p14:creationId xmlns:p14="http://schemas.microsoft.com/office/powerpoint/2010/main" val="3050142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3335A-9266-E3CC-9019-4D078F558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9362B4-134C-9EC6-E821-3B684B9A6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42720">
            <a:off x="5060202" y="1365621"/>
            <a:ext cx="2071596" cy="11652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06F210-87BF-1748-170E-A44860065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556" y="1103347"/>
            <a:ext cx="2071596" cy="11652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1CD409-CFDE-3601-C831-C18CA42972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770" r="32326"/>
          <a:stretch>
            <a:fillRect/>
          </a:stretch>
        </p:blipFill>
        <p:spPr>
          <a:xfrm>
            <a:off x="3654015" y="483949"/>
            <a:ext cx="4611872" cy="55308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256C7B-F795-F8BB-4316-86A05A3B8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19" y="-275678"/>
            <a:ext cx="12331268" cy="6936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738322-4344-027F-2800-5E266AC68780}"/>
              </a:ext>
            </a:extLst>
          </p:cNvPr>
          <p:cNvSpPr txBox="1"/>
          <p:nvPr/>
        </p:nvSpPr>
        <p:spPr>
          <a:xfrm>
            <a:off x="4690127" y="1176555"/>
            <a:ext cx="319113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I’m so sick of Vic. The teachers love her; all my friends prefer her over me. 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so unfair!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I wanted to confront her after math class today but my teacher held me back for homework.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When will she just stay out of my life forever?!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08E88A-0454-B89A-0D06-AF870DE211CE}"/>
              </a:ext>
            </a:extLst>
          </p:cNvPr>
          <p:cNvGrpSpPr/>
          <p:nvPr/>
        </p:nvGrpSpPr>
        <p:grpSpPr>
          <a:xfrm>
            <a:off x="7789836" y="370206"/>
            <a:ext cx="683029" cy="962568"/>
            <a:chOff x="6583364" y="4577702"/>
            <a:chExt cx="683029" cy="962568"/>
          </a:xfrm>
        </p:grpSpPr>
        <p:pic>
          <p:nvPicPr>
            <p:cNvPr id="12" name="Picture 11">
              <a:hlinkClick r:id="rId5" action="ppaction://hlinksldjump"/>
              <a:extLst>
                <a:ext uri="{FF2B5EF4-FFF2-40B4-BE49-F238E27FC236}">
                  <a16:creationId xmlns:a16="http://schemas.microsoft.com/office/drawing/2014/main" id="{0F408285-8B23-09A1-E600-66B9AA2C6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8A36F0-0814-C41D-C6F0-2D9334D69C09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7500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ECCD0-1C6B-1FE7-B0C4-F93892479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E51F235-38B2-6180-2F26-3E4721892118}"/>
              </a:ext>
            </a:extLst>
          </p:cNvPr>
          <p:cNvGrpSpPr/>
          <p:nvPr/>
        </p:nvGrpSpPr>
        <p:grpSpPr>
          <a:xfrm>
            <a:off x="-8401049" y="-1587300"/>
            <a:ext cx="21272220" cy="12693449"/>
            <a:chOff x="-1395147" y="-709248"/>
            <a:chExt cx="13904938" cy="868078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1D098C6-5E2F-A5A5-3368-0E07C236969F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F99450E-447F-7E13-9A56-5C68F6E7F3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985AB76-6CC7-E1CD-974F-2C0BC12B0293}"/>
                  </a:ext>
                </a:extLst>
              </p:cNvPr>
              <p:cNvGrpSpPr/>
              <p:nvPr/>
            </p:nvGrpSpPr>
            <p:grpSpPr>
              <a:xfrm>
                <a:off x="-1395147" y="-709248"/>
                <a:ext cx="13904938" cy="8680782"/>
                <a:chOff x="-1395147" y="-709248"/>
                <a:chExt cx="13904938" cy="8680782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BD0892F3-9A43-26BE-8321-196BFB9912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 amt="15000"/>
                </a:blip>
                <a:stretch>
                  <a:fillRect/>
                </a:stretch>
              </p:blipFill>
              <p:spPr>
                <a:xfrm>
                  <a:off x="-459415" y="-709248"/>
                  <a:ext cx="12969206" cy="8680782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hlinkClick r:id="rId5" action="ppaction://hlinksldjump"/>
                  <a:extLst>
                    <a:ext uri="{FF2B5EF4-FFF2-40B4-BE49-F238E27FC236}">
                      <a16:creationId xmlns:a16="http://schemas.microsoft.com/office/drawing/2014/main" id="{54481B77-54CE-77A3-941F-1F59366DEA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96933" y="123825"/>
                  <a:ext cx="1998133" cy="1123950"/>
                </a:xfrm>
                <a:prstGeom prst="rect">
                  <a:avLst/>
                </a:prstGeom>
              </p:spPr>
            </p:pic>
            <p:pic>
              <p:nvPicPr>
                <p:cNvPr id="17" name="Picture 16">
                  <a:hlinkClick r:id="rId7" action="ppaction://hlinksldjump"/>
                  <a:extLst>
                    <a:ext uri="{FF2B5EF4-FFF2-40B4-BE49-F238E27FC236}">
                      <a16:creationId xmlns:a16="http://schemas.microsoft.com/office/drawing/2014/main" id="{77E3A19C-962C-190D-B6CB-CE0C009418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19550" y="771160"/>
                  <a:ext cx="3877733" cy="2181225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hlinkClick r:id="rId9" action="ppaction://hlinksldjump"/>
                  <a:extLst>
                    <a:ext uri="{FF2B5EF4-FFF2-40B4-BE49-F238E27FC236}">
                      <a16:creationId xmlns:a16="http://schemas.microsoft.com/office/drawing/2014/main" id="{AE6ACDA4-443C-C19A-B5BC-3B11E8D36D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67891" y="939471"/>
                  <a:ext cx="6096000" cy="3429000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hlinkClick r:id="rId11" action="ppaction://hlinksldjump"/>
                  <a:extLst>
                    <a:ext uri="{FF2B5EF4-FFF2-40B4-BE49-F238E27FC236}">
                      <a16:creationId xmlns:a16="http://schemas.microsoft.com/office/drawing/2014/main" id="{C45FE053-3F97-8C85-9731-1F49D23FE1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rcRect r="43742"/>
                <a:stretch>
                  <a:fillRect/>
                </a:stretch>
              </p:blipFill>
              <p:spPr>
                <a:xfrm>
                  <a:off x="-1395147" y="1861772"/>
                  <a:ext cx="5414697" cy="54139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8" name="Picture 7">
              <a:hlinkClick r:id="rId7" action="ppaction://hlinksldjump"/>
              <a:extLst>
                <a:ext uri="{FF2B5EF4-FFF2-40B4-BE49-F238E27FC236}">
                  <a16:creationId xmlns:a16="http://schemas.microsoft.com/office/drawing/2014/main" id="{108948F3-D26A-DF3A-E040-8C2DFA450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4707" r="54089"/>
            <a:stretch>
              <a:fillRect/>
            </a:stretch>
          </p:blipFill>
          <p:spPr>
            <a:xfrm flipH="1">
              <a:off x="10580828" y="2258352"/>
              <a:ext cx="1611172" cy="290438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B91495B-9DD3-6CB5-0AAB-8B9E9C19724F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4" action="ppaction://hlinksldjump"/>
            <a:extLst>
              <a:ext uri="{FF2B5EF4-FFF2-40B4-BE49-F238E27FC236}">
                <a16:creationId xmlns:a16="http://schemas.microsoft.com/office/drawing/2014/main" id="{32933F5D-AC0C-C3D7-42A4-0818B19460C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8728441" flipH="1">
            <a:off x="1253489" y="3016922"/>
            <a:ext cx="1288405" cy="128483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083444A-1D0F-6EF5-0120-8A441B0D4FF3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7EC0F4E-AE07-610D-EA7E-6FC61BD5CD3E}"/>
              </a:ext>
            </a:extLst>
          </p:cNvPr>
          <p:cNvGrpSpPr/>
          <p:nvPr/>
        </p:nvGrpSpPr>
        <p:grpSpPr>
          <a:xfrm>
            <a:off x="-564135" y="355662"/>
            <a:ext cx="13178645" cy="7412988"/>
            <a:chOff x="-564135" y="355662"/>
            <a:chExt cx="13178645" cy="7412988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4080B3A-4A02-6F14-6D8A-276F96AE2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-564135" y="355662"/>
              <a:ext cx="13178645" cy="741298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3DBF9BB-340B-6138-A9CE-7086259F5CC5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I- Is that water red? It was clear last time.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B3E66CC-08B6-A85B-BFD1-82AFF9D40218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34" name="Picture 33">
              <a:hlinkClick r:id="rId17" action="ppaction://hlinksldjump"/>
              <a:extLst>
                <a:ext uri="{FF2B5EF4-FFF2-40B4-BE49-F238E27FC236}">
                  <a16:creationId xmlns:a16="http://schemas.microsoft.com/office/drawing/2014/main" id="{A92FD5DE-509B-2012-69E7-AD4FDE02A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4F309A2-FD7D-A9A6-F7D9-7B1FCE2E9BCB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1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6076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A0B6C-6B98-952C-25C7-AB3F82D1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2FC5008-26BB-9C3E-A3EE-A4E838699ECA}"/>
              </a:ext>
            </a:extLst>
          </p:cNvPr>
          <p:cNvGrpSpPr/>
          <p:nvPr/>
        </p:nvGrpSpPr>
        <p:grpSpPr>
          <a:xfrm>
            <a:off x="-10953750" y="-1904267"/>
            <a:ext cx="30988291" cy="19345833"/>
            <a:chOff x="-1395147" y="-709248"/>
            <a:chExt cx="13904938" cy="868078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EE935E1-76EF-04A5-0FB6-E21E3DBCB118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147241F0-8BFC-F6CD-C47B-539E36423D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32B538EE-998D-CFD8-8417-965C5D79EFF8}"/>
                  </a:ext>
                </a:extLst>
              </p:cNvPr>
              <p:cNvGrpSpPr/>
              <p:nvPr/>
            </p:nvGrpSpPr>
            <p:grpSpPr>
              <a:xfrm>
                <a:off x="-1395147" y="-709248"/>
                <a:ext cx="13904938" cy="8680782"/>
                <a:chOff x="-1395147" y="-709248"/>
                <a:chExt cx="13904938" cy="8680782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9633BD80-5B7F-3C5C-B3EA-E962F20EB4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 amt="15000"/>
                </a:blip>
                <a:stretch>
                  <a:fillRect/>
                </a:stretch>
              </p:blipFill>
              <p:spPr>
                <a:xfrm>
                  <a:off x="-459415" y="-709248"/>
                  <a:ext cx="12969206" cy="8680782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hlinkClick r:id="rId5" action="ppaction://hlinksldjump"/>
                  <a:extLst>
                    <a:ext uri="{FF2B5EF4-FFF2-40B4-BE49-F238E27FC236}">
                      <a16:creationId xmlns:a16="http://schemas.microsoft.com/office/drawing/2014/main" id="{4400CB2D-F62C-FAB6-CE26-5D69401CB0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96933" y="123825"/>
                  <a:ext cx="1998133" cy="1123950"/>
                </a:xfrm>
                <a:prstGeom prst="rect">
                  <a:avLst/>
                </a:prstGeom>
              </p:spPr>
            </p:pic>
            <p:pic>
              <p:nvPicPr>
                <p:cNvPr id="25" name="Picture 24">
                  <a:hlinkClick r:id="rId7" action="ppaction://hlinksldjump"/>
                  <a:extLst>
                    <a:ext uri="{FF2B5EF4-FFF2-40B4-BE49-F238E27FC236}">
                      <a16:creationId xmlns:a16="http://schemas.microsoft.com/office/drawing/2014/main" id="{BDE677C7-2190-544D-FC51-CB3FE121B5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19550" y="771160"/>
                  <a:ext cx="3877733" cy="2181225"/>
                </a:xfrm>
                <a:prstGeom prst="rect">
                  <a:avLst/>
                </a:prstGeom>
              </p:spPr>
            </p:pic>
            <p:pic>
              <p:nvPicPr>
                <p:cNvPr id="27" name="Picture 26">
                  <a:hlinkClick r:id="rId9" action="ppaction://hlinksldjump"/>
                  <a:extLst>
                    <a:ext uri="{FF2B5EF4-FFF2-40B4-BE49-F238E27FC236}">
                      <a16:creationId xmlns:a16="http://schemas.microsoft.com/office/drawing/2014/main" id="{D194B9DE-42CE-1EEB-7DAD-001E418E74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67891" y="939471"/>
                  <a:ext cx="6096000" cy="3429000"/>
                </a:xfrm>
                <a:prstGeom prst="rect">
                  <a:avLst/>
                </a:prstGeom>
              </p:spPr>
            </p:pic>
            <p:pic>
              <p:nvPicPr>
                <p:cNvPr id="28" name="Picture 27">
                  <a:hlinkClick r:id="rId11" action="ppaction://hlinksldjump"/>
                  <a:extLst>
                    <a:ext uri="{FF2B5EF4-FFF2-40B4-BE49-F238E27FC236}">
                      <a16:creationId xmlns:a16="http://schemas.microsoft.com/office/drawing/2014/main" id="{732411B4-27B9-D1BB-028B-BC69A2F10C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rcRect r="43742"/>
                <a:stretch>
                  <a:fillRect/>
                </a:stretch>
              </p:blipFill>
              <p:spPr>
                <a:xfrm>
                  <a:off x="-1395147" y="1861772"/>
                  <a:ext cx="5414697" cy="54139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8" name="Picture 17">
              <a:hlinkClick r:id="rId7" action="ppaction://hlinksldjump"/>
              <a:extLst>
                <a:ext uri="{FF2B5EF4-FFF2-40B4-BE49-F238E27FC236}">
                  <a16:creationId xmlns:a16="http://schemas.microsoft.com/office/drawing/2014/main" id="{91E65147-6199-4232-B10C-B832425EE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4707" r="54089"/>
            <a:stretch>
              <a:fillRect/>
            </a:stretch>
          </p:blipFill>
          <p:spPr>
            <a:xfrm flipH="1">
              <a:off x="10580828" y="2258352"/>
              <a:ext cx="1611172" cy="290438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C7741F1-C07D-1279-3CBD-79DEE5B8D821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4" action="ppaction://hlinksldjump"/>
            <a:extLst>
              <a:ext uri="{FF2B5EF4-FFF2-40B4-BE49-F238E27FC236}">
                <a16:creationId xmlns:a16="http://schemas.microsoft.com/office/drawing/2014/main" id="{02CEA550-0027-A0C3-FA78-C1EF2F8DEF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8728441" flipH="1">
            <a:off x="2560805" y="5312544"/>
            <a:ext cx="2024377" cy="201877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7C2AB54-EE50-F71E-9189-89BA7669F7DC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AA7A06F-BDB4-3643-961C-7872D03714FD}"/>
              </a:ext>
            </a:extLst>
          </p:cNvPr>
          <p:cNvGrpSpPr/>
          <p:nvPr/>
        </p:nvGrpSpPr>
        <p:grpSpPr>
          <a:xfrm>
            <a:off x="-564135" y="355662"/>
            <a:ext cx="13178645" cy="7412988"/>
            <a:chOff x="-564135" y="355662"/>
            <a:chExt cx="13178645" cy="74129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254014D-9331-60C3-D534-4093C5DE4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-564135" y="355662"/>
              <a:ext cx="13178645" cy="741298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D11853-3D7D-7B50-3135-353FDF901AC3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Hmm… Someone must’ve messed with the clock.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01EBD8-D4E9-6123-E970-986C270B2AA4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3" name="Picture 12">
              <a:hlinkClick r:id="rId17" action="ppaction://hlinksldjump"/>
              <a:extLst>
                <a:ext uri="{FF2B5EF4-FFF2-40B4-BE49-F238E27FC236}">
                  <a16:creationId xmlns:a16="http://schemas.microsoft.com/office/drawing/2014/main" id="{F71E5076-5D14-AFF2-E5C4-0428F2171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C80B2A-EBF9-6F31-21E8-00F1AF1BBC10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1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9913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87865-5678-6D41-82F8-D350FA8E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268ACD3-86B5-E3E9-E638-D1352E92A051}"/>
              </a:ext>
            </a:extLst>
          </p:cNvPr>
          <p:cNvGrpSpPr/>
          <p:nvPr/>
        </p:nvGrpSpPr>
        <p:grpSpPr>
          <a:xfrm>
            <a:off x="-7481700" y="-1090249"/>
            <a:ext cx="21153542" cy="13206049"/>
            <a:chOff x="-1395147" y="-709248"/>
            <a:chExt cx="13904938" cy="868078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0249E54-251D-6492-3F47-2D957165C36B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69FA7DCF-7A2F-ED40-D001-1A7B5D6DF6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AD97C56-F819-E168-2189-D61E6F918125}"/>
                  </a:ext>
                </a:extLst>
              </p:cNvPr>
              <p:cNvGrpSpPr/>
              <p:nvPr/>
            </p:nvGrpSpPr>
            <p:grpSpPr>
              <a:xfrm>
                <a:off x="-1395147" y="-709248"/>
                <a:ext cx="13904938" cy="8680782"/>
                <a:chOff x="-1395147" y="-709248"/>
                <a:chExt cx="13904938" cy="8680782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5F1DF996-D15A-2403-12B3-8DA3D844D8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 amt="15000"/>
                </a:blip>
                <a:stretch>
                  <a:fillRect/>
                </a:stretch>
              </p:blipFill>
              <p:spPr>
                <a:xfrm>
                  <a:off x="-459415" y="-709248"/>
                  <a:ext cx="12969206" cy="8680782"/>
                </a:xfrm>
                <a:prstGeom prst="rect">
                  <a:avLst/>
                </a:prstGeom>
              </p:spPr>
            </p:pic>
            <p:pic>
              <p:nvPicPr>
                <p:cNvPr id="17" name="Picture 16">
                  <a:hlinkClick r:id="rId5" action="ppaction://hlinksldjump"/>
                  <a:extLst>
                    <a:ext uri="{FF2B5EF4-FFF2-40B4-BE49-F238E27FC236}">
                      <a16:creationId xmlns:a16="http://schemas.microsoft.com/office/drawing/2014/main" id="{9502E7D3-1EBC-13F1-141C-43E104CE4C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96933" y="123825"/>
                  <a:ext cx="1998133" cy="112395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hlinkClick r:id="rId7" action="ppaction://hlinksldjump"/>
                  <a:extLst>
                    <a:ext uri="{FF2B5EF4-FFF2-40B4-BE49-F238E27FC236}">
                      <a16:creationId xmlns:a16="http://schemas.microsoft.com/office/drawing/2014/main" id="{46C8ED08-A5DC-F1D2-39CE-58DA60AA55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19550" y="771160"/>
                  <a:ext cx="3877733" cy="2181225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hlinkClick r:id="rId9" action="ppaction://hlinksldjump"/>
                  <a:extLst>
                    <a:ext uri="{FF2B5EF4-FFF2-40B4-BE49-F238E27FC236}">
                      <a16:creationId xmlns:a16="http://schemas.microsoft.com/office/drawing/2014/main" id="{09BDBD39-9040-8F2D-084C-B6180AED2D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67891" y="939471"/>
                  <a:ext cx="6096000" cy="3429000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hlinkClick r:id="rId11" action="ppaction://hlinksldjump"/>
                  <a:extLst>
                    <a:ext uri="{FF2B5EF4-FFF2-40B4-BE49-F238E27FC236}">
                      <a16:creationId xmlns:a16="http://schemas.microsoft.com/office/drawing/2014/main" id="{FB6EC608-B7F9-2FD4-9605-FE0B0A4600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rcRect r="43742"/>
                <a:stretch>
                  <a:fillRect/>
                </a:stretch>
              </p:blipFill>
              <p:spPr>
                <a:xfrm>
                  <a:off x="-1395147" y="1861772"/>
                  <a:ext cx="5414697" cy="54139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2" name="Picture 11">
              <a:hlinkClick r:id="rId13" action="ppaction://hlinksldjump"/>
              <a:extLst>
                <a:ext uri="{FF2B5EF4-FFF2-40B4-BE49-F238E27FC236}">
                  <a16:creationId xmlns:a16="http://schemas.microsoft.com/office/drawing/2014/main" id="{18F4B9E6-B0B9-589B-33A4-0C273AE9C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14707" r="54089"/>
            <a:stretch>
              <a:fillRect/>
            </a:stretch>
          </p:blipFill>
          <p:spPr>
            <a:xfrm flipH="1">
              <a:off x="10580828" y="2258352"/>
              <a:ext cx="1611172" cy="290438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B60778A-0CA5-5BBE-41BB-44E7849E40C0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5" action="ppaction://hlinksldjump"/>
            <a:extLst>
              <a:ext uri="{FF2B5EF4-FFF2-40B4-BE49-F238E27FC236}">
                <a16:creationId xmlns:a16="http://schemas.microsoft.com/office/drawing/2014/main" id="{D23A45C2-DCBC-6B6C-29DD-9DF05BC6E5A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8728441" flipH="1">
            <a:off x="1866424" y="3841120"/>
            <a:ext cx="1543605" cy="153933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2980680-35AF-1C68-4E2D-D6C6BDF652FF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pic>
        <p:nvPicPr>
          <p:cNvPr id="22" name="Picture 21">
            <a:hlinkClick r:id="rId17" action="ppaction://hlinksldjump"/>
            <a:extLst>
              <a:ext uri="{FF2B5EF4-FFF2-40B4-BE49-F238E27FC236}">
                <a16:creationId xmlns:a16="http://schemas.microsoft.com/office/drawing/2014/main" id="{513DA163-4B39-0D1E-F4CC-45A31C191E1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786095">
            <a:off x="6814313" y="4199867"/>
            <a:ext cx="2164931" cy="121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86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C652D-A9FA-F881-175A-3EF151720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41AFB8-02EB-30D7-6DBC-554E4189CD36}"/>
              </a:ext>
            </a:extLst>
          </p:cNvPr>
          <p:cNvGrpSpPr/>
          <p:nvPr/>
        </p:nvGrpSpPr>
        <p:grpSpPr>
          <a:xfrm>
            <a:off x="-7481700" y="-1090249"/>
            <a:ext cx="21153542" cy="13206049"/>
            <a:chOff x="-1395147" y="-709248"/>
            <a:chExt cx="13904938" cy="868078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9641A71-B3B1-B7E2-2844-22A7BCAD33B9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CCAB1D64-E730-7387-50F9-2CCFFD3A72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7EB461-6E0D-746E-FD8B-3D9527361CC6}"/>
                  </a:ext>
                </a:extLst>
              </p:cNvPr>
              <p:cNvGrpSpPr/>
              <p:nvPr/>
            </p:nvGrpSpPr>
            <p:grpSpPr>
              <a:xfrm>
                <a:off x="-1395147" y="-709248"/>
                <a:ext cx="13904938" cy="8680782"/>
                <a:chOff x="-1395147" y="-709248"/>
                <a:chExt cx="13904938" cy="8680782"/>
              </a:xfrm>
            </p:grpSpPr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5F38F9DF-7D45-648C-8625-9CD66DBFBA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 amt="15000"/>
                </a:blip>
                <a:stretch>
                  <a:fillRect/>
                </a:stretch>
              </p:blipFill>
              <p:spPr>
                <a:xfrm>
                  <a:off x="-459415" y="-709248"/>
                  <a:ext cx="12969206" cy="8680782"/>
                </a:xfrm>
                <a:prstGeom prst="rect">
                  <a:avLst/>
                </a:prstGeom>
              </p:spPr>
            </p:pic>
            <p:pic>
              <p:nvPicPr>
                <p:cNvPr id="17" name="Picture 16">
                  <a:hlinkClick r:id="rId5" action="ppaction://hlinksldjump"/>
                  <a:extLst>
                    <a:ext uri="{FF2B5EF4-FFF2-40B4-BE49-F238E27FC236}">
                      <a16:creationId xmlns:a16="http://schemas.microsoft.com/office/drawing/2014/main" id="{A09A7E7B-B483-DE32-C373-5E925D846C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96933" y="123825"/>
                  <a:ext cx="1998133" cy="112395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hlinkClick r:id="rId7" action="ppaction://hlinksldjump"/>
                  <a:extLst>
                    <a:ext uri="{FF2B5EF4-FFF2-40B4-BE49-F238E27FC236}">
                      <a16:creationId xmlns:a16="http://schemas.microsoft.com/office/drawing/2014/main" id="{6E35FB62-A284-8702-0084-EED6C56CD8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19550" y="771160"/>
                  <a:ext cx="3877733" cy="2181225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hlinkClick r:id="rId9" action="ppaction://hlinksldjump"/>
                  <a:extLst>
                    <a:ext uri="{FF2B5EF4-FFF2-40B4-BE49-F238E27FC236}">
                      <a16:creationId xmlns:a16="http://schemas.microsoft.com/office/drawing/2014/main" id="{55276E91-8373-3948-19D2-833BEAFC9A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67891" y="939471"/>
                  <a:ext cx="6096000" cy="3429000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hlinkClick r:id="rId11" action="ppaction://hlinksldjump"/>
                  <a:extLst>
                    <a:ext uri="{FF2B5EF4-FFF2-40B4-BE49-F238E27FC236}">
                      <a16:creationId xmlns:a16="http://schemas.microsoft.com/office/drawing/2014/main" id="{DDC348F0-67A6-9991-D632-35F8B6D207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rcRect r="43742"/>
                <a:stretch>
                  <a:fillRect/>
                </a:stretch>
              </p:blipFill>
              <p:spPr>
                <a:xfrm>
                  <a:off x="-1395147" y="1861772"/>
                  <a:ext cx="5414697" cy="54139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2" name="Picture 11">
              <a:hlinkClick r:id="rId7" action="ppaction://hlinksldjump"/>
              <a:extLst>
                <a:ext uri="{FF2B5EF4-FFF2-40B4-BE49-F238E27FC236}">
                  <a16:creationId xmlns:a16="http://schemas.microsoft.com/office/drawing/2014/main" id="{53CE1E3C-3C85-1BD1-7E0C-3079CEA9A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4707" r="54089"/>
            <a:stretch>
              <a:fillRect/>
            </a:stretch>
          </p:blipFill>
          <p:spPr>
            <a:xfrm flipH="1">
              <a:off x="10580828" y="2258352"/>
              <a:ext cx="1611172" cy="290438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E5FDE44-C806-A7E1-47CB-0ADBF80B61CC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4" action="ppaction://hlinksldjump"/>
            <a:extLst>
              <a:ext uri="{FF2B5EF4-FFF2-40B4-BE49-F238E27FC236}">
                <a16:creationId xmlns:a16="http://schemas.microsoft.com/office/drawing/2014/main" id="{3B8D662B-C991-B774-C038-34005B377D6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8728441" flipH="1">
            <a:off x="1866424" y="3841120"/>
            <a:ext cx="1543605" cy="153933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B5FA0A5-BF7C-63C7-B631-D12E266171B8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EF0C07-37CD-1D97-C822-DEFD9AF5EB85}"/>
              </a:ext>
            </a:extLst>
          </p:cNvPr>
          <p:cNvGrpSpPr/>
          <p:nvPr/>
        </p:nvGrpSpPr>
        <p:grpSpPr>
          <a:xfrm>
            <a:off x="-564135" y="355662"/>
            <a:ext cx="13178645" cy="7412988"/>
            <a:chOff x="-564135" y="355662"/>
            <a:chExt cx="13178645" cy="741298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E061FA7-E553-A15A-A02A-B56ED3707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-564135" y="355662"/>
              <a:ext cx="13178645" cy="741298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CB1116-D1FE-8E7D-0433-24B6A39CF41B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An ID? Charlie Beck… Victoria’s Brother.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B6FB2E6-4450-2C87-36E4-AF3F6DA2515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79189" y="398429"/>
            <a:ext cx="9172237" cy="515938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B9BED8D-C4CD-28C8-46D4-81C39D006D50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24" name="Picture 23">
              <a:hlinkClick r:id="rId18" action="ppaction://hlinksldjump"/>
              <a:extLst>
                <a:ext uri="{FF2B5EF4-FFF2-40B4-BE49-F238E27FC236}">
                  <a16:creationId xmlns:a16="http://schemas.microsoft.com/office/drawing/2014/main" id="{AE1DCFFC-1BBA-75FD-717F-5F1EDCF7F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F5694B9-4342-8DD9-C110-CCB25C01B348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18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0563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89989-006C-7AA9-DB8A-695C5077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50E3DA-DC09-D399-19C1-6437ADE10AB5}"/>
              </a:ext>
            </a:extLst>
          </p:cNvPr>
          <p:cNvGrpSpPr/>
          <p:nvPr/>
        </p:nvGrpSpPr>
        <p:grpSpPr>
          <a:xfrm>
            <a:off x="-11045653" y="-4105694"/>
            <a:ext cx="31829213" cy="19870816"/>
            <a:chOff x="-1395147" y="-709248"/>
            <a:chExt cx="13904938" cy="868078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17C42B8-7EA8-A3AE-9725-5FAFAC4C16F9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B5240C6-B1A4-32C1-817E-E19777BDAC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9CB6C32-AC95-DB51-F1D9-81F55CEDD506}"/>
                  </a:ext>
                </a:extLst>
              </p:cNvPr>
              <p:cNvGrpSpPr/>
              <p:nvPr/>
            </p:nvGrpSpPr>
            <p:grpSpPr>
              <a:xfrm>
                <a:off x="-1395147" y="-709248"/>
                <a:ext cx="13904938" cy="8680782"/>
                <a:chOff x="-1395147" y="-709248"/>
                <a:chExt cx="13904938" cy="8680782"/>
              </a:xfrm>
            </p:grpSpPr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EBC3454B-4A30-E3C0-1AB6-90BB73BE03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 amt="15000"/>
                </a:blip>
                <a:stretch>
                  <a:fillRect/>
                </a:stretch>
              </p:blipFill>
              <p:spPr>
                <a:xfrm>
                  <a:off x="-459415" y="-709248"/>
                  <a:ext cx="12969206" cy="8680782"/>
                </a:xfrm>
                <a:prstGeom prst="rect">
                  <a:avLst/>
                </a:prstGeom>
              </p:spPr>
            </p:pic>
            <p:pic>
              <p:nvPicPr>
                <p:cNvPr id="15" name="Picture 14">
                  <a:hlinkClick r:id="rId5" action="ppaction://hlinksldjump"/>
                  <a:extLst>
                    <a:ext uri="{FF2B5EF4-FFF2-40B4-BE49-F238E27FC236}">
                      <a16:creationId xmlns:a16="http://schemas.microsoft.com/office/drawing/2014/main" id="{28A591FE-2078-54F0-B026-9078E95056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96933" y="123825"/>
                  <a:ext cx="1998133" cy="1123950"/>
                </a:xfrm>
                <a:prstGeom prst="rect">
                  <a:avLst/>
                </a:prstGeom>
              </p:spPr>
            </p:pic>
            <p:pic>
              <p:nvPicPr>
                <p:cNvPr id="24" name="Picture 23">
                  <a:hlinkClick r:id="rId7" action="ppaction://hlinksldjump"/>
                  <a:extLst>
                    <a:ext uri="{FF2B5EF4-FFF2-40B4-BE49-F238E27FC236}">
                      <a16:creationId xmlns:a16="http://schemas.microsoft.com/office/drawing/2014/main" id="{136056C7-A69B-7D82-27F1-564A5EE04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19550" y="771160"/>
                  <a:ext cx="3877733" cy="2181225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hlinkClick r:id="rId9" action="ppaction://hlinksldjump"/>
                  <a:extLst>
                    <a:ext uri="{FF2B5EF4-FFF2-40B4-BE49-F238E27FC236}">
                      <a16:creationId xmlns:a16="http://schemas.microsoft.com/office/drawing/2014/main" id="{2F836889-A5B5-9388-1D62-E99E27F8E0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67891" y="939471"/>
                  <a:ext cx="6096000" cy="3429000"/>
                </a:xfrm>
                <a:prstGeom prst="rect">
                  <a:avLst/>
                </a:prstGeom>
              </p:spPr>
            </p:pic>
            <p:pic>
              <p:nvPicPr>
                <p:cNvPr id="27" name="Picture 26">
                  <a:hlinkClick r:id="rId11" action="ppaction://hlinksldjump"/>
                  <a:extLst>
                    <a:ext uri="{FF2B5EF4-FFF2-40B4-BE49-F238E27FC236}">
                      <a16:creationId xmlns:a16="http://schemas.microsoft.com/office/drawing/2014/main" id="{E4D21C9D-BFD0-9C9D-427E-BF339A02A1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rcRect r="43742"/>
                <a:stretch>
                  <a:fillRect/>
                </a:stretch>
              </p:blipFill>
              <p:spPr>
                <a:xfrm>
                  <a:off x="-1395147" y="1861772"/>
                  <a:ext cx="5414697" cy="54139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7" name="Picture 6">
              <a:hlinkClick r:id="rId7" action="ppaction://hlinksldjump"/>
              <a:extLst>
                <a:ext uri="{FF2B5EF4-FFF2-40B4-BE49-F238E27FC236}">
                  <a16:creationId xmlns:a16="http://schemas.microsoft.com/office/drawing/2014/main" id="{707A45B5-E359-E1CF-D45D-11B80B0E5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4707" r="54089"/>
            <a:stretch>
              <a:fillRect/>
            </a:stretch>
          </p:blipFill>
          <p:spPr>
            <a:xfrm flipH="1">
              <a:off x="10580828" y="2258352"/>
              <a:ext cx="1611172" cy="2904383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C8EAC7B-007E-EC1D-FD39-760B7A41BC5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75CCE1-59FD-0899-8282-210418C6EA56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9" name="Picture 28">
            <a:hlinkClick r:id="rId14" action="ppaction://hlinksldjump"/>
            <a:extLst>
              <a:ext uri="{FF2B5EF4-FFF2-40B4-BE49-F238E27FC236}">
                <a16:creationId xmlns:a16="http://schemas.microsoft.com/office/drawing/2014/main" id="{C26D0007-4AC0-91A9-5CE4-34BECB213EE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3564634" y="1184909"/>
            <a:ext cx="4960112" cy="49463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0EB0445-AAF8-8A04-0B76-E39CA18E20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H="1">
            <a:off x="280824" y="287446"/>
            <a:ext cx="10791009" cy="63841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BD4A90-9C3B-8D8C-A5C5-A774E95CA1DC}"/>
              </a:ext>
            </a:extLst>
          </p:cNvPr>
          <p:cNvSpPr txBox="1"/>
          <p:nvPr/>
        </p:nvSpPr>
        <p:spPr>
          <a:xfrm>
            <a:off x="4868954" y="1754206"/>
            <a:ext cx="28262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Victoria this, </a:t>
            </a: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Victoria that.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Always her, never me!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0526AE7-B306-3791-79C6-AB52B7E9D9E5}"/>
              </a:ext>
            </a:extLst>
          </p:cNvPr>
          <p:cNvGrpSpPr/>
          <p:nvPr/>
        </p:nvGrpSpPr>
        <p:grpSpPr>
          <a:xfrm>
            <a:off x="7615362" y="755481"/>
            <a:ext cx="683029" cy="962568"/>
            <a:chOff x="6583364" y="4577702"/>
            <a:chExt cx="683029" cy="962568"/>
          </a:xfrm>
        </p:grpSpPr>
        <p:pic>
          <p:nvPicPr>
            <p:cNvPr id="12" name="Picture 11">
              <a:hlinkClick r:id="rId17" action="ppaction://hlinksldjump"/>
              <a:extLst>
                <a:ext uri="{FF2B5EF4-FFF2-40B4-BE49-F238E27FC236}">
                  <a16:creationId xmlns:a16="http://schemas.microsoft.com/office/drawing/2014/main" id="{1BB878ED-582F-61FD-DC85-0B0524070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259509-6961-8053-AB5A-33F46BEACCB9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1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4501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04E2-52B9-58BC-5593-7AE4CA9D9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BBD5664-B16A-283D-1F32-A8A72142D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DDFEF6-9B8B-F716-0839-85A39B96C486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AE5C6A4-E7BB-FA40-4C16-F79914570628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45C700-D5D2-4A5F-3E6B-135D869FC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0C1F8A-17D5-1870-726A-4D1CD7AD9934}"/>
              </a:ext>
            </a:extLst>
          </p:cNvPr>
          <p:cNvSpPr txBox="1"/>
          <p:nvPr/>
        </p:nvSpPr>
        <p:spPr>
          <a:xfrm>
            <a:off x="4133999" y="684392"/>
            <a:ext cx="3359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second floor is out of bounds.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95C442-DEF1-29D9-FA7B-46BBF7C72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208" y="2293899"/>
            <a:ext cx="3963208" cy="22293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B9BF91-87CA-EE5B-2087-4A610C85738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022" t="9721" r="24219" b="14166"/>
          <a:stretch>
            <a:fillRect/>
          </a:stretch>
        </p:blipFill>
        <p:spPr>
          <a:xfrm rot="21271246">
            <a:off x="3562172" y="3932066"/>
            <a:ext cx="779561" cy="670752"/>
          </a:xfrm>
          <a:prstGeom prst="rect">
            <a:avLst/>
          </a:prstGeom>
        </p:spPr>
      </p:pic>
      <p:pic>
        <p:nvPicPr>
          <p:cNvPr id="12" name="Picture 11">
            <a:hlinkClick r:id="rId7" action="ppaction://hlinksldjump"/>
            <a:extLst>
              <a:ext uri="{FF2B5EF4-FFF2-40B4-BE49-F238E27FC236}">
                <a16:creationId xmlns:a16="http://schemas.microsoft.com/office/drawing/2014/main" id="{89E3876B-35A9-8F76-D42E-02C2007867F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691" t="15185" r="58838" b="8982"/>
          <a:stretch>
            <a:fillRect/>
          </a:stretch>
        </p:blipFill>
        <p:spPr>
          <a:xfrm rot="19697200">
            <a:off x="3411242" y="4312683"/>
            <a:ext cx="429029" cy="54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304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463AD-7389-F2C7-3D47-DCAABD3D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46D3E24-D92E-9DBE-68A3-81ED8493C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551F0E0-6BAF-ABD1-FACF-9303F039D3A3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A6F02DE-A47B-644B-E9F1-6E95BCCDE364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DBCE93-34A6-D89A-C024-F731F95DE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sp>
        <p:nvSpPr>
          <p:cNvPr id="21" name="Freeform: Shape 20">
            <a:hlinkClick r:id="rId5" action="ppaction://hlinksldjump"/>
            <a:extLst>
              <a:ext uri="{FF2B5EF4-FFF2-40B4-BE49-F238E27FC236}">
                <a16:creationId xmlns:a16="http://schemas.microsoft.com/office/drawing/2014/main" id="{A3A09618-1333-6734-8525-F3D44F572A4D}"/>
              </a:ext>
            </a:extLst>
          </p:cNvPr>
          <p:cNvSpPr/>
          <p:nvPr/>
        </p:nvSpPr>
        <p:spPr>
          <a:xfrm>
            <a:off x="-571500" y="-923925"/>
            <a:ext cx="13298134" cy="4362450"/>
          </a:xfrm>
          <a:custGeom>
            <a:avLst/>
            <a:gdLst>
              <a:gd name="csX0" fmla="*/ 285750 w 13298134"/>
              <a:gd name="csY0" fmla="*/ 4362450 h 4362450"/>
              <a:gd name="csX1" fmla="*/ 285750 w 13298134"/>
              <a:gd name="csY1" fmla="*/ 4362450 h 4362450"/>
              <a:gd name="csX2" fmla="*/ 390525 w 13298134"/>
              <a:gd name="csY2" fmla="*/ 4257675 h 4362450"/>
              <a:gd name="csX3" fmla="*/ 647700 w 13298134"/>
              <a:gd name="csY3" fmla="*/ 3962400 h 4362450"/>
              <a:gd name="csX4" fmla="*/ 904875 w 13298134"/>
              <a:gd name="csY4" fmla="*/ 3743325 h 4362450"/>
              <a:gd name="csX5" fmla="*/ 933450 w 13298134"/>
              <a:gd name="csY5" fmla="*/ 3714750 h 4362450"/>
              <a:gd name="csX6" fmla="*/ 1019175 w 13298134"/>
              <a:gd name="csY6" fmla="*/ 3686175 h 4362450"/>
              <a:gd name="csX7" fmla="*/ 1104900 w 13298134"/>
              <a:gd name="csY7" fmla="*/ 3638550 h 4362450"/>
              <a:gd name="csX8" fmla="*/ 1190625 w 13298134"/>
              <a:gd name="csY8" fmla="*/ 3600450 h 4362450"/>
              <a:gd name="csX9" fmla="*/ 1219200 w 13298134"/>
              <a:gd name="csY9" fmla="*/ 3581400 h 4362450"/>
              <a:gd name="csX10" fmla="*/ 1381125 w 13298134"/>
              <a:gd name="csY10" fmla="*/ 3533775 h 4362450"/>
              <a:gd name="csX11" fmla="*/ 1724025 w 13298134"/>
              <a:gd name="csY11" fmla="*/ 3400425 h 4362450"/>
              <a:gd name="csX12" fmla="*/ 1847850 w 13298134"/>
              <a:gd name="csY12" fmla="*/ 3352800 h 4362450"/>
              <a:gd name="csX13" fmla="*/ 2981325 w 13298134"/>
              <a:gd name="csY13" fmla="*/ 3248025 h 4362450"/>
              <a:gd name="csX14" fmla="*/ 3219450 w 13298134"/>
              <a:gd name="csY14" fmla="*/ 3200400 h 4362450"/>
              <a:gd name="csX15" fmla="*/ 3409950 w 13298134"/>
              <a:gd name="csY15" fmla="*/ 3162300 h 4362450"/>
              <a:gd name="csX16" fmla="*/ 3648075 w 13298134"/>
              <a:gd name="csY16" fmla="*/ 3028950 h 4362450"/>
              <a:gd name="csX17" fmla="*/ 3933825 w 13298134"/>
              <a:gd name="csY17" fmla="*/ 2886075 h 4362450"/>
              <a:gd name="csX18" fmla="*/ 4333875 w 13298134"/>
              <a:gd name="csY18" fmla="*/ 2857500 h 4362450"/>
              <a:gd name="csX19" fmla="*/ 5000625 w 13298134"/>
              <a:gd name="csY19" fmla="*/ 2800350 h 4362450"/>
              <a:gd name="csX20" fmla="*/ 5248275 w 13298134"/>
              <a:gd name="csY20" fmla="*/ 2781300 h 4362450"/>
              <a:gd name="csX21" fmla="*/ 6324600 w 13298134"/>
              <a:gd name="csY21" fmla="*/ 2752725 h 4362450"/>
              <a:gd name="csX22" fmla="*/ 6791325 w 13298134"/>
              <a:gd name="csY22" fmla="*/ 2724150 h 4362450"/>
              <a:gd name="csX23" fmla="*/ 6905625 w 13298134"/>
              <a:gd name="csY23" fmla="*/ 2714625 h 4362450"/>
              <a:gd name="csX24" fmla="*/ 8248650 w 13298134"/>
              <a:gd name="csY24" fmla="*/ 2781300 h 4362450"/>
              <a:gd name="csX25" fmla="*/ 8924925 w 13298134"/>
              <a:gd name="csY25" fmla="*/ 2905125 h 4362450"/>
              <a:gd name="csX26" fmla="*/ 9315450 w 13298134"/>
              <a:gd name="csY26" fmla="*/ 2952750 h 4362450"/>
              <a:gd name="csX27" fmla="*/ 9467850 w 13298134"/>
              <a:gd name="csY27" fmla="*/ 2981325 h 4362450"/>
              <a:gd name="csX28" fmla="*/ 9667875 w 13298134"/>
              <a:gd name="csY28" fmla="*/ 3009900 h 4362450"/>
              <a:gd name="csX29" fmla="*/ 9991725 w 13298134"/>
              <a:gd name="csY29" fmla="*/ 3124200 h 4362450"/>
              <a:gd name="csX30" fmla="*/ 10391775 w 13298134"/>
              <a:gd name="csY30" fmla="*/ 3219450 h 4362450"/>
              <a:gd name="csX31" fmla="*/ 10648950 w 13298134"/>
              <a:gd name="csY31" fmla="*/ 3248025 h 4362450"/>
              <a:gd name="csX32" fmla="*/ 11029950 w 13298134"/>
              <a:gd name="csY32" fmla="*/ 3371850 h 4362450"/>
              <a:gd name="csX33" fmla="*/ 11182350 w 13298134"/>
              <a:gd name="csY33" fmla="*/ 3419475 h 4362450"/>
              <a:gd name="csX34" fmla="*/ 11687175 w 13298134"/>
              <a:gd name="csY34" fmla="*/ 3648075 h 4362450"/>
              <a:gd name="csX35" fmla="*/ 12230100 w 13298134"/>
              <a:gd name="csY35" fmla="*/ 3810000 h 4362450"/>
              <a:gd name="csX36" fmla="*/ 12468225 w 13298134"/>
              <a:gd name="csY36" fmla="*/ 3876675 h 4362450"/>
              <a:gd name="csX37" fmla="*/ 12649200 w 13298134"/>
              <a:gd name="csY37" fmla="*/ 3981450 h 4362450"/>
              <a:gd name="csX38" fmla="*/ 12944475 w 13298134"/>
              <a:gd name="csY38" fmla="*/ 4114800 h 4362450"/>
              <a:gd name="csX39" fmla="*/ 13144500 w 13298134"/>
              <a:gd name="csY39" fmla="*/ 4257675 h 4362450"/>
              <a:gd name="csX40" fmla="*/ 13268325 w 13298134"/>
              <a:gd name="csY40" fmla="*/ 3181350 h 4362450"/>
              <a:gd name="csX41" fmla="*/ 12839700 w 13298134"/>
              <a:gd name="csY41" fmla="*/ 714375 h 4362450"/>
              <a:gd name="csX42" fmla="*/ 12801600 w 13298134"/>
              <a:gd name="csY42" fmla="*/ 361950 h 4362450"/>
              <a:gd name="csX43" fmla="*/ 12763500 w 13298134"/>
              <a:gd name="csY43" fmla="*/ 238125 h 4362450"/>
              <a:gd name="csX44" fmla="*/ 12020550 w 13298134"/>
              <a:gd name="csY44" fmla="*/ 247650 h 4362450"/>
              <a:gd name="csX45" fmla="*/ 5229225 w 13298134"/>
              <a:gd name="csY45" fmla="*/ 180975 h 4362450"/>
              <a:gd name="csX46" fmla="*/ 3667125 w 13298134"/>
              <a:gd name="csY46" fmla="*/ 66675 h 4362450"/>
              <a:gd name="csX47" fmla="*/ 2552700 w 13298134"/>
              <a:gd name="csY47" fmla="*/ 0 h 4362450"/>
              <a:gd name="csX48" fmla="*/ 1123950 w 13298134"/>
              <a:gd name="csY48" fmla="*/ 76200 h 4362450"/>
              <a:gd name="csX49" fmla="*/ 657225 w 13298134"/>
              <a:gd name="csY49" fmla="*/ 209550 h 4362450"/>
              <a:gd name="csX50" fmla="*/ 219075 w 13298134"/>
              <a:gd name="csY50" fmla="*/ 409575 h 4362450"/>
              <a:gd name="csX51" fmla="*/ 142875 w 13298134"/>
              <a:gd name="csY51" fmla="*/ 2790825 h 4362450"/>
              <a:gd name="csX52" fmla="*/ 114300 w 13298134"/>
              <a:gd name="csY52" fmla="*/ 3429000 h 4362450"/>
              <a:gd name="csX53" fmla="*/ 76200 w 13298134"/>
              <a:gd name="csY53" fmla="*/ 3581400 h 4362450"/>
              <a:gd name="csX54" fmla="*/ 47625 w 13298134"/>
              <a:gd name="csY54" fmla="*/ 3790950 h 4362450"/>
              <a:gd name="csX55" fmla="*/ 0 w 13298134"/>
              <a:gd name="csY55" fmla="*/ 4038600 h 4362450"/>
              <a:gd name="csX56" fmla="*/ 9525 w 13298134"/>
              <a:gd name="csY56" fmla="*/ 4257675 h 4362450"/>
              <a:gd name="csX57" fmla="*/ 28575 w 13298134"/>
              <a:gd name="csY57" fmla="*/ 4286250 h 4362450"/>
              <a:gd name="csX58" fmla="*/ 114300 w 13298134"/>
              <a:gd name="csY58" fmla="*/ 4295775 h 4362450"/>
              <a:gd name="csX59" fmla="*/ 504825 w 13298134"/>
              <a:gd name="csY59" fmla="*/ 4267200 h 4362450"/>
              <a:gd name="csX60" fmla="*/ 552450 w 13298134"/>
              <a:gd name="csY60" fmla="*/ 4248150 h 4362450"/>
              <a:gd name="csX61" fmla="*/ 590550 w 13298134"/>
              <a:gd name="csY61" fmla="*/ 4191000 h 4362450"/>
              <a:gd name="csX62" fmla="*/ 647700 w 13298134"/>
              <a:gd name="csY62" fmla="*/ 4114800 h 4362450"/>
              <a:gd name="csX63" fmla="*/ 666750 w 13298134"/>
              <a:gd name="csY63" fmla="*/ 4019550 h 4362450"/>
              <a:gd name="csX64" fmla="*/ 285750 w 13298134"/>
              <a:gd name="csY64" fmla="*/ 4362450 h 4362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3298134" h="4362450">
                <a:moveTo>
                  <a:pt x="285750" y="4362450"/>
                </a:moveTo>
                <a:lnTo>
                  <a:pt x="285750" y="4362450"/>
                </a:lnTo>
                <a:cubicBezTo>
                  <a:pt x="320675" y="4327525"/>
                  <a:pt x="357800" y="4294669"/>
                  <a:pt x="390525" y="4257675"/>
                </a:cubicBezTo>
                <a:cubicBezTo>
                  <a:pt x="531188" y="4098665"/>
                  <a:pt x="482677" y="4115635"/>
                  <a:pt x="647700" y="3962400"/>
                </a:cubicBezTo>
                <a:cubicBezTo>
                  <a:pt x="730221" y="3885773"/>
                  <a:pt x="825246" y="3822954"/>
                  <a:pt x="904875" y="3743325"/>
                </a:cubicBezTo>
                <a:cubicBezTo>
                  <a:pt x="914400" y="3733800"/>
                  <a:pt x="921402" y="3720774"/>
                  <a:pt x="933450" y="3714750"/>
                </a:cubicBezTo>
                <a:cubicBezTo>
                  <a:pt x="960391" y="3701280"/>
                  <a:pt x="991650" y="3698408"/>
                  <a:pt x="1019175" y="3686175"/>
                </a:cubicBezTo>
                <a:cubicBezTo>
                  <a:pt x="1049046" y="3672899"/>
                  <a:pt x="1075662" y="3653169"/>
                  <a:pt x="1104900" y="3638550"/>
                </a:cubicBezTo>
                <a:cubicBezTo>
                  <a:pt x="1132869" y="3624566"/>
                  <a:pt x="1162656" y="3614434"/>
                  <a:pt x="1190625" y="3600450"/>
                </a:cubicBezTo>
                <a:cubicBezTo>
                  <a:pt x="1200864" y="3595330"/>
                  <a:pt x="1208340" y="3585020"/>
                  <a:pt x="1219200" y="3581400"/>
                </a:cubicBezTo>
                <a:cubicBezTo>
                  <a:pt x="1399426" y="3521325"/>
                  <a:pt x="1214481" y="3605194"/>
                  <a:pt x="1381125" y="3533775"/>
                </a:cubicBezTo>
                <a:cubicBezTo>
                  <a:pt x="1700305" y="3396983"/>
                  <a:pt x="1249151" y="3571907"/>
                  <a:pt x="1724025" y="3400425"/>
                </a:cubicBezTo>
                <a:cubicBezTo>
                  <a:pt x="1765619" y="3385405"/>
                  <a:pt x="1803957" y="3358190"/>
                  <a:pt x="1847850" y="3352800"/>
                </a:cubicBezTo>
                <a:cubicBezTo>
                  <a:pt x="2586563" y="3262081"/>
                  <a:pt x="2208819" y="3297864"/>
                  <a:pt x="2981325" y="3248025"/>
                </a:cubicBezTo>
                <a:lnTo>
                  <a:pt x="3219450" y="3200400"/>
                </a:lnTo>
                <a:cubicBezTo>
                  <a:pt x="3413741" y="3162621"/>
                  <a:pt x="3239505" y="3200177"/>
                  <a:pt x="3409950" y="3162300"/>
                </a:cubicBezTo>
                <a:cubicBezTo>
                  <a:pt x="3508771" y="3088185"/>
                  <a:pt x="3431589" y="3142890"/>
                  <a:pt x="3648075" y="3028950"/>
                </a:cubicBezTo>
                <a:cubicBezTo>
                  <a:pt x="3657645" y="3023913"/>
                  <a:pt x="3897859" y="2892926"/>
                  <a:pt x="3933825" y="2886075"/>
                </a:cubicBezTo>
                <a:cubicBezTo>
                  <a:pt x="3936181" y="2885626"/>
                  <a:pt x="4259392" y="2864483"/>
                  <a:pt x="4333875" y="2857500"/>
                </a:cubicBezTo>
                <a:cubicBezTo>
                  <a:pt x="5445595" y="2753276"/>
                  <a:pt x="4447092" y="2837252"/>
                  <a:pt x="5000625" y="2800350"/>
                </a:cubicBezTo>
                <a:cubicBezTo>
                  <a:pt x="5083235" y="2794843"/>
                  <a:pt x="5165535" y="2784276"/>
                  <a:pt x="5248275" y="2781300"/>
                </a:cubicBezTo>
                <a:lnTo>
                  <a:pt x="6324600" y="2752725"/>
                </a:lnTo>
                <a:lnTo>
                  <a:pt x="6791325" y="2724150"/>
                </a:lnTo>
                <a:cubicBezTo>
                  <a:pt x="6829475" y="2721648"/>
                  <a:pt x="6867430" y="2712950"/>
                  <a:pt x="6905625" y="2714625"/>
                </a:cubicBezTo>
                <a:cubicBezTo>
                  <a:pt x="8900372" y="2802114"/>
                  <a:pt x="7209409" y="2754653"/>
                  <a:pt x="8248650" y="2781300"/>
                </a:cubicBezTo>
                <a:cubicBezTo>
                  <a:pt x="8495211" y="2830612"/>
                  <a:pt x="8657787" y="2865208"/>
                  <a:pt x="8924925" y="2905125"/>
                </a:cubicBezTo>
                <a:cubicBezTo>
                  <a:pt x="9054624" y="2924505"/>
                  <a:pt x="9185583" y="2934523"/>
                  <a:pt x="9315450" y="2952750"/>
                </a:cubicBezTo>
                <a:cubicBezTo>
                  <a:pt x="9366634" y="2959934"/>
                  <a:pt x="9416831" y="2973052"/>
                  <a:pt x="9467850" y="2981325"/>
                </a:cubicBezTo>
                <a:cubicBezTo>
                  <a:pt x="9534333" y="2992106"/>
                  <a:pt x="9601200" y="3000375"/>
                  <a:pt x="9667875" y="3009900"/>
                </a:cubicBezTo>
                <a:cubicBezTo>
                  <a:pt x="9775825" y="3048000"/>
                  <a:pt x="9882562" y="3089728"/>
                  <a:pt x="9991725" y="3124200"/>
                </a:cubicBezTo>
                <a:cubicBezTo>
                  <a:pt x="10065635" y="3147540"/>
                  <a:pt x="10304256" y="3206132"/>
                  <a:pt x="10391775" y="3219450"/>
                </a:cubicBezTo>
                <a:cubicBezTo>
                  <a:pt x="10477046" y="3232426"/>
                  <a:pt x="10563225" y="3238500"/>
                  <a:pt x="10648950" y="3248025"/>
                </a:cubicBezTo>
                <a:lnTo>
                  <a:pt x="11029950" y="3371850"/>
                </a:lnTo>
                <a:cubicBezTo>
                  <a:pt x="11080620" y="3388137"/>
                  <a:pt x="11133867" y="3397520"/>
                  <a:pt x="11182350" y="3419475"/>
                </a:cubicBezTo>
                <a:cubicBezTo>
                  <a:pt x="11350625" y="3495675"/>
                  <a:pt x="11510156" y="3595280"/>
                  <a:pt x="11687175" y="3648075"/>
                </a:cubicBezTo>
                <a:lnTo>
                  <a:pt x="12230100" y="3810000"/>
                </a:lnTo>
                <a:cubicBezTo>
                  <a:pt x="12309209" y="3833154"/>
                  <a:pt x="12468225" y="3876675"/>
                  <a:pt x="12468225" y="3876675"/>
                </a:cubicBezTo>
                <a:cubicBezTo>
                  <a:pt x="12528550" y="3911600"/>
                  <a:pt x="12585672" y="3952760"/>
                  <a:pt x="12649200" y="3981450"/>
                </a:cubicBezTo>
                <a:cubicBezTo>
                  <a:pt x="12747625" y="4025900"/>
                  <a:pt x="12850708" y="4061219"/>
                  <a:pt x="12944475" y="4114800"/>
                </a:cubicBezTo>
                <a:cubicBezTo>
                  <a:pt x="13279309" y="4306134"/>
                  <a:pt x="13025681" y="4218069"/>
                  <a:pt x="13144500" y="4257675"/>
                </a:cubicBezTo>
                <a:cubicBezTo>
                  <a:pt x="13314803" y="3841380"/>
                  <a:pt x="13322424" y="3890045"/>
                  <a:pt x="13268325" y="3181350"/>
                </a:cubicBezTo>
                <a:cubicBezTo>
                  <a:pt x="13179881" y="2022740"/>
                  <a:pt x="13072633" y="1690474"/>
                  <a:pt x="12839700" y="714375"/>
                </a:cubicBezTo>
                <a:cubicBezTo>
                  <a:pt x="12827000" y="596900"/>
                  <a:pt x="12820268" y="478625"/>
                  <a:pt x="12801600" y="361950"/>
                </a:cubicBezTo>
                <a:cubicBezTo>
                  <a:pt x="12794777" y="319308"/>
                  <a:pt x="12806230" y="244378"/>
                  <a:pt x="12763500" y="238125"/>
                </a:cubicBezTo>
                <a:cubicBezTo>
                  <a:pt x="12518440" y="202263"/>
                  <a:pt x="12268200" y="244475"/>
                  <a:pt x="12020550" y="247650"/>
                </a:cubicBezTo>
                <a:lnTo>
                  <a:pt x="5229225" y="180975"/>
                </a:lnTo>
                <a:cubicBezTo>
                  <a:pt x="4707560" y="159874"/>
                  <a:pt x="4188028" y="101896"/>
                  <a:pt x="3667125" y="66675"/>
                </a:cubicBezTo>
                <a:lnTo>
                  <a:pt x="2552700" y="0"/>
                </a:lnTo>
                <a:cubicBezTo>
                  <a:pt x="2076450" y="25400"/>
                  <a:pt x="1597989" y="23794"/>
                  <a:pt x="1123950" y="76200"/>
                </a:cubicBezTo>
                <a:cubicBezTo>
                  <a:pt x="963129" y="93979"/>
                  <a:pt x="812202" y="163057"/>
                  <a:pt x="657225" y="209550"/>
                </a:cubicBezTo>
                <a:cubicBezTo>
                  <a:pt x="512033" y="253108"/>
                  <a:pt x="334277" y="353620"/>
                  <a:pt x="219075" y="409575"/>
                </a:cubicBezTo>
                <a:cubicBezTo>
                  <a:pt x="193675" y="1203325"/>
                  <a:pt x="170416" y="1997146"/>
                  <a:pt x="142875" y="2790825"/>
                </a:cubicBezTo>
                <a:cubicBezTo>
                  <a:pt x="135490" y="3003635"/>
                  <a:pt x="132195" y="3216815"/>
                  <a:pt x="114300" y="3429000"/>
                </a:cubicBezTo>
                <a:cubicBezTo>
                  <a:pt x="109899" y="3481178"/>
                  <a:pt x="85686" y="3529903"/>
                  <a:pt x="76200" y="3581400"/>
                </a:cubicBezTo>
                <a:cubicBezTo>
                  <a:pt x="63429" y="3650730"/>
                  <a:pt x="59215" y="3721413"/>
                  <a:pt x="47625" y="3790950"/>
                </a:cubicBezTo>
                <a:cubicBezTo>
                  <a:pt x="33805" y="3873869"/>
                  <a:pt x="15875" y="3956050"/>
                  <a:pt x="0" y="4038600"/>
                </a:cubicBezTo>
                <a:cubicBezTo>
                  <a:pt x="3175" y="4111625"/>
                  <a:pt x="1147" y="4185063"/>
                  <a:pt x="9525" y="4257675"/>
                </a:cubicBezTo>
                <a:cubicBezTo>
                  <a:pt x="10837" y="4269047"/>
                  <a:pt x="17817" y="4282338"/>
                  <a:pt x="28575" y="4286250"/>
                </a:cubicBezTo>
                <a:cubicBezTo>
                  <a:pt x="55595" y="4296075"/>
                  <a:pt x="85725" y="4292600"/>
                  <a:pt x="114300" y="4295775"/>
                </a:cubicBezTo>
                <a:cubicBezTo>
                  <a:pt x="244475" y="4286250"/>
                  <a:pt x="375066" y="4281304"/>
                  <a:pt x="504825" y="4267200"/>
                </a:cubicBezTo>
                <a:cubicBezTo>
                  <a:pt x="521823" y="4265352"/>
                  <a:pt x="539671" y="4259509"/>
                  <a:pt x="552450" y="4248150"/>
                </a:cubicBezTo>
                <a:cubicBezTo>
                  <a:pt x="569562" y="4232939"/>
                  <a:pt x="575234" y="4208018"/>
                  <a:pt x="590550" y="4191000"/>
                </a:cubicBezTo>
                <a:cubicBezTo>
                  <a:pt x="654627" y="4119803"/>
                  <a:pt x="629233" y="4188669"/>
                  <a:pt x="647700" y="4114800"/>
                </a:cubicBezTo>
                <a:lnTo>
                  <a:pt x="666750" y="4019550"/>
                </a:lnTo>
                <a:lnTo>
                  <a:pt x="285750" y="4362450"/>
                </a:lnTo>
                <a:close/>
              </a:path>
            </a:pathLst>
          </a:custGeom>
          <a:solidFill>
            <a:schemeClr val="tx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BF4EAA-A00A-846B-A4D2-D006AFCBACF4}"/>
              </a:ext>
            </a:extLst>
          </p:cNvPr>
          <p:cNvSpPr txBox="1"/>
          <p:nvPr/>
        </p:nvSpPr>
        <p:spPr>
          <a:xfrm>
            <a:off x="4133999" y="684392"/>
            <a:ext cx="3359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second floor is out of bounds.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50AC6-0813-D80B-BE4F-E836959DD0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208" y="2293899"/>
            <a:ext cx="3963208" cy="22293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249D1D-1089-4728-4ECB-94FDE7379CC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022" t="9721" r="24219" b="14166"/>
          <a:stretch>
            <a:fillRect/>
          </a:stretch>
        </p:blipFill>
        <p:spPr>
          <a:xfrm rot="21271246">
            <a:off x="3562172" y="3932066"/>
            <a:ext cx="779561" cy="6707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22823E-0B09-1E4F-CB28-9A1ECF5E9A1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691" t="15185" r="58838" b="8982"/>
          <a:stretch>
            <a:fillRect/>
          </a:stretch>
        </p:blipFill>
        <p:spPr>
          <a:xfrm>
            <a:off x="4114396" y="883139"/>
            <a:ext cx="3963207" cy="505082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9F7C363-C79A-4E4E-C420-E1B21C89CBDE}"/>
              </a:ext>
            </a:extLst>
          </p:cNvPr>
          <p:cNvGrpSpPr/>
          <p:nvPr/>
        </p:nvGrpSpPr>
        <p:grpSpPr>
          <a:xfrm>
            <a:off x="-564135" y="355662"/>
            <a:ext cx="13178645" cy="7412988"/>
            <a:chOff x="-564135" y="355662"/>
            <a:chExt cx="13178645" cy="741298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F58B1BE-6DFA-05C5-1CA6-89C195887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-564135" y="355662"/>
              <a:ext cx="13178645" cy="741298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CDF401-8B4E-5929-D9EB-A16AE535A816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This was Layla’s camera and polaroid!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54F27B-F075-B328-75E7-14E0E58808CE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4" name="Picture 13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4CE3C62-B8EB-F3A2-6111-0868C7208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72C1ADF-CFDC-19A5-D6B1-8F8031546525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8543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0AFC5-6724-0B72-BEE5-F2F50530B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69B2A85-046E-484B-7F81-7199A4093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705A2D-E091-CDFD-7DEF-AD8ED144A195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063FF3C-6B8F-CFAD-4377-5760CCB59720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5940B1-9344-2E44-DF92-69E02BB31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sp>
        <p:nvSpPr>
          <p:cNvPr id="21" name="Freeform: Shape 20">
            <a:hlinkClick r:id="rId5" action="ppaction://hlinksldjump"/>
            <a:extLst>
              <a:ext uri="{FF2B5EF4-FFF2-40B4-BE49-F238E27FC236}">
                <a16:creationId xmlns:a16="http://schemas.microsoft.com/office/drawing/2014/main" id="{3A2E6A38-8A2F-C80A-9E3F-CD367B136264}"/>
              </a:ext>
            </a:extLst>
          </p:cNvPr>
          <p:cNvSpPr/>
          <p:nvPr/>
        </p:nvSpPr>
        <p:spPr>
          <a:xfrm>
            <a:off x="-571500" y="-923925"/>
            <a:ext cx="13298134" cy="4362450"/>
          </a:xfrm>
          <a:custGeom>
            <a:avLst/>
            <a:gdLst>
              <a:gd name="csX0" fmla="*/ 285750 w 13298134"/>
              <a:gd name="csY0" fmla="*/ 4362450 h 4362450"/>
              <a:gd name="csX1" fmla="*/ 285750 w 13298134"/>
              <a:gd name="csY1" fmla="*/ 4362450 h 4362450"/>
              <a:gd name="csX2" fmla="*/ 390525 w 13298134"/>
              <a:gd name="csY2" fmla="*/ 4257675 h 4362450"/>
              <a:gd name="csX3" fmla="*/ 647700 w 13298134"/>
              <a:gd name="csY3" fmla="*/ 3962400 h 4362450"/>
              <a:gd name="csX4" fmla="*/ 904875 w 13298134"/>
              <a:gd name="csY4" fmla="*/ 3743325 h 4362450"/>
              <a:gd name="csX5" fmla="*/ 933450 w 13298134"/>
              <a:gd name="csY5" fmla="*/ 3714750 h 4362450"/>
              <a:gd name="csX6" fmla="*/ 1019175 w 13298134"/>
              <a:gd name="csY6" fmla="*/ 3686175 h 4362450"/>
              <a:gd name="csX7" fmla="*/ 1104900 w 13298134"/>
              <a:gd name="csY7" fmla="*/ 3638550 h 4362450"/>
              <a:gd name="csX8" fmla="*/ 1190625 w 13298134"/>
              <a:gd name="csY8" fmla="*/ 3600450 h 4362450"/>
              <a:gd name="csX9" fmla="*/ 1219200 w 13298134"/>
              <a:gd name="csY9" fmla="*/ 3581400 h 4362450"/>
              <a:gd name="csX10" fmla="*/ 1381125 w 13298134"/>
              <a:gd name="csY10" fmla="*/ 3533775 h 4362450"/>
              <a:gd name="csX11" fmla="*/ 1724025 w 13298134"/>
              <a:gd name="csY11" fmla="*/ 3400425 h 4362450"/>
              <a:gd name="csX12" fmla="*/ 1847850 w 13298134"/>
              <a:gd name="csY12" fmla="*/ 3352800 h 4362450"/>
              <a:gd name="csX13" fmla="*/ 2981325 w 13298134"/>
              <a:gd name="csY13" fmla="*/ 3248025 h 4362450"/>
              <a:gd name="csX14" fmla="*/ 3219450 w 13298134"/>
              <a:gd name="csY14" fmla="*/ 3200400 h 4362450"/>
              <a:gd name="csX15" fmla="*/ 3409950 w 13298134"/>
              <a:gd name="csY15" fmla="*/ 3162300 h 4362450"/>
              <a:gd name="csX16" fmla="*/ 3648075 w 13298134"/>
              <a:gd name="csY16" fmla="*/ 3028950 h 4362450"/>
              <a:gd name="csX17" fmla="*/ 3933825 w 13298134"/>
              <a:gd name="csY17" fmla="*/ 2886075 h 4362450"/>
              <a:gd name="csX18" fmla="*/ 4333875 w 13298134"/>
              <a:gd name="csY18" fmla="*/ 2857500 h 4362450"/>
              <a:gd name="csX19" fmla="*/ 5000625 w 13298134"/>
              <a:gd name="csY19" fmla="*/ 2800350 h 4362450"/>
              <a:gd name="csX20" fmla="*/ 5248275 w 13298134"/>
              <a:gd name="csY20" fmla="*/ 2781300 h 4362450"/>
              <a:gd name="csX21" fmla="*/ 6324600 w 13298134"/>
              <a:gd name="csY21" fmla="*/ 2752725 h 4362450"/>
              <a:gd name="csX22" fmla="*/ 6791325 w 13298134"/>
              <a:gd name="csY22" fmla="*/ 2724150 h 4362450"/>
              <a:gd name="csX23" fmla="*/ 6905625 w 13298134"/>
              <a:gd name="csY23" fmla="*/ 2714625 h 4362450"/>
              <a:gd name="csX24" fmla="*/ 8248650 w 13298134"/>
              <a:gd name="csY24" fmla="*/ 2781300 h 4362450"/>
              <a:gd name="csX25" fmla="*/ 8924925 w 13298134"/>
              <a:gd name="csY25" fmla="*/ 2905125 h 4362450"/>
              <a:gd name="csX26" fmla="*/ 9315450 w 13298134"/>
              <a:gd name="csY26" fmla="*/ 2952750 h 4362450"/>
              <a:gd name="csX27" fmla="*/ 9467850 w 13298134"/>
              <a:gd name="csY27" fmla="*/ 2981325 h 4362450"/>
              <a:gd name="csX28" fmla="*/ 9667875 w 13298134"/>
              <a:gd name="csY28" fmla="*/ 3009900 h 4362450"/>
              <a:gd name="csX29" fmla="*/ 9991725 w 13298134"/>
              <a:gd name="csY29" fmla="*/ 3124200 h 4362450"/>
              <a:gd name="csX30" fmla="*/ 10391775 w 13298134"/>
              <a:gd name="csY30" fmla="*/ 3219450 h 4362450"/>
              <a:gd name="csX31" fmla="*/ 10648950 w 13298134"/>
              <a:gd name="csY31" fmla="*/ 3248025 h 4362450"/>
              <a:gd name="csX32" fmla="*/ 11029950 w 13298134"/>
              <a:gd name="csY32" fmla="*/ 3371850 h 4362450"/>
              <a:gd name="csX33" fmla="*/ 11182350 w 13298134"/>
              <a:gd name="csY33" fmla="*/ 3419475 h 4362450"/>
              <a:gd name="csX34" fmla="*/ 11687175 w 13298134"/>
              <a:gd name="csY34" fmla="*/ 3648075 h 4362450"/>
              <a:gd name="csX35" fmla="*/ 12230100 w 13298134"/>
              <a:gd name="csY35" fmla="*/ 3810000 h 4362450"/>
              <a:gd name="csX36" fmla="*/ 12468225 w 13298134"/>
              <a:gd name="csY36" fmla="*/ 3876675 h 4362450"/>
              <a:gd name="csX37" fmla="*/ 12649200 w 13298134"/>
              <a:gd name="csY37" fmla="*/ 3981450 h 4362450"/>
              <a:gd name="csX38" fmla="*/ 12944475 w 13298134"/>
              <a:gd name="csY38" fmla="*/ 4114800 h 4362450"/>
              <a:gd name="csX39" fmla="*/ 13144500 w 13298134"/>
              <a:gd name="csY39" fmla="*/ 4257675 h 4362450"/>
              <a:gd name="csX40" fmla="*/ 13268325 w 13298134"/>
              <a:gd name="csY40" fmla="*/ 3181350 h 4362450"/>
              <a:gd name="csX41" fmla="*/ 12839700 w 13298134"/>
              <a:gd name="csY41" fmla="*/ 714375 h 4362450"/>
              <a:gd name="csX42" fmla="*/ 12801600 w 13298134"/>
              <a:gd name="csY42" fmla="*/ 361950 h 4362450"/>
              <a:gd name="csX43" fmla="*/ 12763500 w 13298134"/>
              <a:gd name="csY43" fmla="*/ 238125 h 4362450"/>
              <a:gd name="csX44" fmla="*/ 12020550 w 13298134"/>
              <a:gd name="csY44" fmla="*/ 247650 h 4362450"/>
              <a:gd name="csX45" fmla="*/ 5229225 w 13298134"/>
              <a:gd name="csY45" fmla="*/ 180975 h 4362450"/>
              <a:gd name="csX46" fmla="*/ 3667125 w 13298134"/>
              <a:gd name="csY46" fmla="*/ 66675 h 4362450"/>
              <a:gd name="csX47" fmla="*/ 2552700 w 13298134"/>
              <a:gd name="csY47" fmla="*/ 0 h 4362450"/>
              <a:gd name="csX48" fmla="*/ 1123950 w 13298134"/>
              <a:gd name="csY48" fmla="*/ 76200 h 4362450"/>
              <a:gd name="csX49" fmla="*/ 657225 w 13298134"/>
              <a:gd name="csY49" fmla="*/ 209550 h 4362450"/>
              <a:gd name="csX50" fmla="*/ 219075 w 13298134"/>
              <a:gd name="csY50" fmla="*/ 409575 h 4362450"/>
              <a:gd name="csX51" fmla="*/ 142875 w 13298134"/>
              <a:gd name="csY51" fmla="*/ 2790825 h 4362450"/>
              <a:gd name="csX52" fmla="*/ 114300 w 13298134"/>
              <a:gd name="csY52" fmla="*/ 3429000 h 4362450"/>
              <a:gd name="csX53" fmla="*/ 76200 w 13298134"/>
              <a:gd name="csY53" fmla="*/ 3581400 h 4362450"/>
              <a:gd name="csX54" fmla="*/ 47625 w 13298134"/>
              <a:gd name="csY54" fmla="*/ 3790950 h 4362450"/>
              <a:gd name="csX55" fmla="*/ 0 w 13298134"/>
              <a:gd name="csY55" fmla="*/ 4038600 h 4362450"/>
              <a:gd name="csX56" fmla="*/ 9525 w 13298134"/>
              <a:gd name="csY56" fmla="*/ 4257675 h 4362450"/>
              <a:gd name="csX57" fmla="*/ 28575 w 13298134"/>
              <a:gd name="csY57" fmla="*/ 4286250 h 4362450"/>
              <a:gd name="csX58" fmla="*/ 114300 w 13298134"/>
              <a:gd name="csY58" fmla="*/ 4295775 h 4362450"/>
              <a:gd name="csX59" fmla="*/ 504825 w 13298134"/>
              <a:gd name="csY59" fmla="*/ 4267200 h 4362450"/>
              <a:gd name="csX60" fmla="*/ 552450 w 13298134"/>
              <a:gd name="csY60" fmla="*/ 4248150 h 4362450"/>
              <a:gd name="csX61" fmla="*/ 590550 w 13298134"/>
              <a:gd name="csY61" fmla="*/ 4191000 h 4362450"/>
              <a:gd name="csX62" fmla="*/ 647700 w 13298134"/>
              <a:gd name="csY62" fmla="*/ 4114800 h 4362450"/>
              <a:gd name="csX63" fmla="*/ 666750 w 13298134"/>
              <a:gd name="csY63" fmla="*/ 4019550 h 4362450"/>
              <a:gd name="csX64" fmla="*/ 285750 w 13298134"/>
              <a:gd name="csY64" fmla="*/ 4362450 h 4362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3298134" h="4362450">
                <a:moveTo>
                  <a:pt x="285750" y="4362450"/>
                </a:moveTo>
                <a:lnTo>
                  <a:pt x="285750" y="4362450"/>
                </a:lnTo>
                <a:cubicBezTo>
                  <a:pt x="320675" y="4327525"/>
                  <a:pt x="357800" y="4294669"/>
                  <a:pt x="390525" y="4257675"/>
                </a:cubicBezTo>
                <a:cubicBezTo>
                  <a:pt x="531188" y="4098665"/>
                  <a:pt x="482677" y="4115635"/>
                  <a:pt x="647700" y="3962400"/>
                </a:cubicBezTo>
                <a:cubicBezTo>
                  <a:pt x="730221" y="3885773"/>
                  <a:pt x="825246" y="3822954"/>
                  <a:pt x="904875" y="3743325"/>
                </a:cubicBezTo>
                <a:cubicBezTo>
                  <a:pt x="914400" y="3733800"/>
                  <a:pt x="921402" y="3720774"/>
                  <a:pt x="933450" y="3714750"/>
                </a:cubicBezTo>
                <a:cubicBezTo>
                  <a:pt x="960391" y="3701280"/>
                  <a:pt x="991650" y="3698408"/>
                  <a:pt x="1019175" y="3686175"/>
                </a:cubicBezTo>
                <a:cubicBezTo>
                  <a:pt x="1049046" y="3672899"/>
                  <a:pt x="1075662" y="3653169"/>
                  <a:pt x="1104900" y="3638550"/>
                </a:cubicBezTo>
                <a:cubicBezTo>
                  <a:pt x="1132869" y="3624566"/>
                  <a:pt x="1162656" y="3614434"/>
                  <a:pt x="1190625" y="3600450"/>
                </a:cubicBezTo>
                <a:cubicBezTo>
                  <a:pt x="1200864" y="3595330"/>
                  <a:pt x="1208340" y="3585020"/>
                  <a:pt x="1219200" y="3581400"/>
                </a:cubicBezTo>
                <a:cubicBezTo>
                  <a:pt x="1399426" y="3521325"/>
                  <a:pt x="1214481" y="3605194"/>
                  <a:pt x="1381125" y="3533775"/>
                </a:cubicBezTo>
                <a:cubicBezTo>
                  <a:pt x="1700305" y="3396983"/>
                  <a:pt x="1249151" y="3571907"/>
                  <a:pt x="1724025" y="3400425"/>
                </a:cubicBezTo>
                <a:cubicBezTo>
                  <a:pt x="1765619" y="3385405"/>
                  <a:pt x="1803957" y="3358190"/>
                  <a:pt x="1847850" y="3352800"/>
                </a:cubicBezTo>
                <a:cubicBezTo>
                  <a:pt x="2586563" y="3262081"/>
                  <a:pt x="2208819" y="3297864"/>
                  <a:pt x="2981325" y="3248025"/>
                </a:cubicBezTo>
                <a:lnTo>
                  <a:pt x="3219450" y="3200400"/>
                </a:lnTo>
                <a:cubicBezTo>
                  <a:pt x="3413741" y="3162621"/>
                  <a:pt x="3239505" y="3200177"/>
                  <a:pt x="3409950" y="3162300"/>
                </a:cubicBezTo>
                <a:cubicBezTo>
                  <a:pt x="3508771" y="3088185"/>
                  <a:pt x="3431589" y="3142890"/>
                  <a:pt x="3648075" y="3028950"/>
                </a:cubicBezTo>
                <a:cubicBezTo>
                  <a:pt x="3657645" y="3023913"/>
                  <a:pt x="3897859" y="2892926"/>
                  <a:pt x="3933825" y="2886075"/>
                </a:cubicBezTo>
                <a:cubicBezTo>
                  <a:pt x="3936181" y="2885626"/>
                  <a:pt x="4259392" y="2864483"/>
                  <a:pt x="4333875" y="2857500"/>
                </a:cubicBezTo>
                <a:cubicBezTo>
                  <a:pt x="5445595" y="2753276"/>
                  <a:pt x="4447092" y="2837252"/>
                  <a:pt x="5000625" y="2800350"/>
                </a:cubicBezTo>
                <a:cubicBezTo>
                  <a:pt x="5083235" y="2794843"/>
                  <a:pt x="5165535" y="2784276"/>
                  <a:pt x="5248275" y="2781300"/>
                </a:cubicBezTo>
                <a:lnTo>
                  <a:pt x="6324600" y="2752725"/>
                </a:lnTo>
                <a:lnTo>
                  <a:pt x="6791325" y="2724150"/>
                </a:lnTo>
                <a:cubicBezTo>
                  <a:pt x="6829475" y="2721648"/>
                  <a:pt x="6867430" y="2712950"/>
                  <a:pt x="6905625" y="2714625"/>
                </a:cubicBezTo>
                <a:cubicBezTo>
                  <a:pt x="8900372" y="2802114"/>
                  <a:pt x="7209409" y="2754653"/>
                  <a:pt x="8248650" y="2781300"/>
                </a:cubicBezTo>
                <a:cubicBezTo>
                  <a:pt x="8495211" y="2830612"/>
                  <a:pt x="8657787" y="2865208"/>
                  <a:pt x="8924925" y="2905125"/>
                </a:cubicBezTo>
                <a:cubicBezTo>
                  <a:pt x="9054624" y="2924505"/>
                  <a:pt x="9185583" y="2934523"/>
                  <a:pt x="9315450" y="2952750"/>
                </a:cubicBezTo>
                <a:cubicBezTo>
                  <a:pt x="9366634" y="2959934"/>
                  <a:pt x="9416831" y="2973052"/>
                  <a:pt x="9467850" y="2981325"/>
                </a:cubicBezTo>
                <a:cubicBezTo>
                  <a:pt x="9534333" y="2992106"/>
                  <a:pt x="9601200" y="3000375"/>
                  <a:pt x="9667875" y="3009900"/>
                </a:cubicBezTo>
                <a:cubicBezTo>
                  <a:pt x="9775825" y="3048000"/>
                  <a:pt x="9882562" y="3089728"/>
                  <a:pt x="9991725" y="3124200"/>
                </a:cubicBezTo>
                <a:cubicBezTo>
                  <a:pt x="10065635" y="3147540"/>
                  <a:pt x="10304256" y="3206132"/>
                  <a:pt x="10391775" y="3219450"/>
                </a:cubicBezTo>
                <a:cubicBezTo>
                  <a:pt x="10477046" y="3232426"/>
                  <a:pt x="10563225" y="3238500"/>
                  <a:pt x="10648950" y="3248025"/>
                </a:cubicBezTo>
                <a:lnTo>
                  <a:pt x="11029950" y="3371850"/>
                </a:lnTo>
                <a:cubicBezTo>
                  <a:pt x="11080620" y="3388137"/>
                  <a:pt x="11133867" y="3397520"/>
                  <a:pt x="11182350" y="3419475"/>
                </a:cubicBezTo>
                <a:cubicBezTo>
                  <a:pt x="11350625" y="3495675"/>
                  <a:pt x="11510156" y="3595280"/>
                  <a:pt x="11687175" y="3648075"/>
                </a:cubicBezTo>
                <a:lnTo>
                  <a:pt x="12230100" y="3810000"/>
                </a:lnTo>
                <a:cubicBezTo>
                  <a:pt x="12309209" y="3833154"/>
                  <a:pt x="12468225" y="3876675"/>
                  <a:pt x="12468225" y="3876675"/>
                </a:cubicBezTo>
                <a:cubicBezTo>
                  <a:pt x="12528550" y="3911600"/>
                  <a:pt x="12585672" y="3952760"/>
                  <a:pt x="12649200" y="3981450"/>
                </a:cubicBezTo>
                <a:cubicBezTo>
                  <a:pt x="12747625" y="4025900"/>
                  <a:pt x="12850708" y="4061219"/>
                  <a:pt x="12944475" y="4114800"/>
                </a:cubicBezTo>
                <a:cubicBezTo>
                  <a:pt x="13279309" y="4306134"/>
                  <a:pt x="13025681" y="4218069"/>
                  <a:pt x="13144500" y="4257675"/>
                </a:cubicBezTo>
                <a:cubicBezTo>
                  <a:pt x="13314803" y="3841380"/>
                  <a:pt x="13322424" y="3890045"/>
                  <a:pt x="13268325" y="3181350"/>
                </a:cubicBezTo>
                <a:cubicBezTo>
                  <a:pt x="13179881" y="2022740"/>
                  <a:pt x="13072633" y="1690474"/>
                  <a:pt x="12839700" y="714375"/>
                </a:cubicBezTo>
                <a:cubicBezTo>
                  <a:pt x="12827000" y="596900"/>
                  <a:pt x="12820268" y="478625"/>
                  <a:pt x="12801600" y="361950"/>
                </a:cubicBezTo>
                <a:cubicBezTo>
                  <a:pt x="12794777" y="319308"/>
                  <a:pt x="12806230" y="244378"/>
                  <a:pt x="12763500" y="238125"/>
                </a:cubicBezTo>
                <a:cubicBezTo>
                  <a:pt x="12518440" y="202263"/>
                  <a:pt x="12268200" y="244475"/>
                  <a:pt x="12020550" y="247650"/>
                </a:cubicBezTo>
                <a:lnTo>
                  <a:pt x="5229225" y="180975"/>
                </a:lnTo>
                <a:cubicBezTo>
                  <a:pt x="4707560" y="159874"/>
                  <a:pt x="4188028" y="101896"/>
                  <a:pt x="3667125" y="66675"/>
                </a:cubicBezTo>
                <a:lnTo>
                  <a:pt x="2552700" y="0"/>
                </a:lnTo>
                <a:cubicBezTo>
                  <a:pt x="2076450" y="25400"/>
                  <a:pt x="1597989" y="23794"/>
                  <a:pt x="1123950" y="76200"/>
                </a:cubicBezTo>
                <a:cubicBezTo>
                  <a:pt x="963129" y="93979"/>
                  <a:pt x="812202" y="163057"/>
                  <a:pt x="657225" y="209550"/>
                </a:cubicBezTo>
                <a:cubicBezTo>
                  <a:pt x="512033" y="253108"/>
                  <a:pt x="334277" y="353620"/>
                  <a:pt x="219075" y="409575"/>
                </a:cubicBezTo>
                <a:cubicBezTo>
                  <a:pt x="193675" y="1203325"/>
                  <a:pt x="170416" y="1997146"/>
                  <a:pt x="142875" y="2790825"/>
                </a:cubicBezTo>
                <a:cubicBezTo>
                  <a:pt x="135490" y="3003635"/>
                  <a:pt x="132195" y="3216815"/>
                  <a:pt x="114300" y="3429000"/>
                </a:cubicBezTo>
                <a:cubicBezTo>
                  <a:pt x="109899" y="3481178"/>
                  <a:pt x="85686" y="3529903"/>
                  <a:pt x="76200" y="3581400"/>
                </a:cubicBezTo>
                <a:cubicBezTo>
                  <a:pt x="63429" y="3650730"/>
                  <a:pt x="59215" y="3721413"/>
                  <a:pt x="47625" y="3790950"/>
                </a:cubicBezTo>
                <a:cubicBezTo>
                  <a:pt x="33805" y="3873869"/>
                  <a:pt x="15875" y="3956050"/>
                  <a:pt x="0" y="4038600"/>
                </a:cubicBezTo>
                <a:cubicBezTo>
                  <a:pt x="3175" y="4111625"/>
                  <a:pt x="1147" y="4185063"/>
                  <a:pt x="9525" y="4257675"/>
                </a:cubicBezTo>
                <a:cubicBezTo>
                  <a:pt x="10837" y="4269047"/>
                  <a:pt x="17817" y="4282338"/>
                  <a:pt x="28575" y="4286250"/>
                </a:cubicBezTo>
                <a:cubicBezTo>
                  <a:pt x="55595" y="4296075"/>
                  <a:pt x="85725" y="4292600"/>
                  <a:pt x="114300" y="4295775"/>
                </a:cubicBezTo>
                <a:cubicBezTo>
                  <a:pt x="244475" y="4286250"/>
                  <a:pt x="375066" y="4281304"/>
                  <a:pt x="504825" y="4267200"/>
                </a:cubicBezTo>
                <a:cubicBezTo>
                  <a:pt x="521823" y="4265352"/>
                  <a:pt x="539671" y="4259509"/>
                  <a:pt x="552450" y="4248150"/>
                </a:cubicBezTo>
                <a:cubicBezTo>
                  <a:pt x="569562" y="4232939"/>
                  <a:pt x="575234" y="4208018"/>
                  <a:pt x="590550" y="4191000"/>
                </a:cubicBezTo>
                <a:cubicBezTo>
                  <a:pt x="654627" y="4119803"/>
                  <a:pt x="629233" y="4188669"/>
                  <a:pt x="647700" y="4114800"/>
                </a:cubicBezTo>
                <a:lnTo>
                  <a:pt x="666750" y="4019550"/>
                </a:lnTo>
                <a:lnTo>
                  <a:pt x="285750" y="4362450"/>
                </a:lnTo>
                <a:close/>
              </a:path>
            </a:pathLst>
          </a:custGeom>
          <a:solidFill>
            <a:schemeClr val="tx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9D282D-CD17-6612-E60A-830C77546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208" y="2293899"/>
            <a:ext cx="3963208" cy="22293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535322-7BE5-51E1-E343-7C92AA4755E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14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56A09-D72F-78E3-64C3-18E00913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F71ECA-D1DA-A164-7CA4-A87576BFB72D}"/>
              </a:ext>
            </a:extLst>
          </p:cNvPr>
          <p:cNvGrpSpPr/>
          <p:nvPr/>
        </p:nvGrpSpPr>
        <p:grpSpPr>
          <a:xfrm>
            <a:off x="-79829" y="-458830"/>
            <a:ext cx="12271829" cy="9673772"/>
            <a:chOff x="-79829" y="-458830"/>
            <a:chExt cx="12271829" cy="967377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B6A9496-85C9-186A-C90C-9A711958E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Picture 5">
              <a:hlinkClick r:id="rId3" action="ppaction://hlinksldjump"/>
              <a:extLst>
                <a:ext uri="{FF2B5EF4-FFF2-40B4-BE49-F238E27FC236}">
                  <a16:creationId xmlns:a16="http://schemas.microsoft.com/office/drawing/2014/main" id="{44F8DBF0-59D4-A7D8-19AE-E80744A92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-79829" y="-458830"/>
              <a:ext cx="9673772" cy="96737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6171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0E5E2-C457-7960-9963-094C2F7C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5FA9E-2786-0E45-9E69-FC954E2C0D08}"/>
              </a:ext>
            </a:extLst>
          </p:cNvPr>
          <p:cNvGrpSpPr/>
          <p:nvPr/>
        </p:nvGrpSpPr>
        <p:grpSpPr>
          <a:xfrm>
            <a:off x="-3135084" y="-836202"/>
            <a:ext cx="17388114" cy="13706893"/>
            <a:chOff x="-79829" y="-458830"/>
            <a:chExt cx="12271829" cy="967377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5EEA23E-67D1-EA09-C2A8-208F785A8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3" name="Picture 12">
              <a:hlinkClick r:id="rId3" action="ppaction://hlinksldjump"/>
              <a:extLst>
                <a:ext uri="{FF2B5EF4-FFF2-40B4-BE49-F238E27FC236}">
                  <a16:creationId xmlns:a16="http://schemas.microsoft.com/office/drawing/2014/main" id="{40600E07-0401-F0E7-FFBF-723F1127F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-79829" y="-458830"/>
              <a:ext cx="9673772" cy="9673772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5FDEE16-502B-692F-1E17-34E9E025E945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5A5EF76-4D26-8521-DFF4-CD895F7DB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F2EB31-11E0-867C-4FA7-8339DB72B2E7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Excuse me sir, are you Charlie?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C95DD76-5B8B-0CCA-1BF7-5A2F125F4FE5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F2D1BD79-D60C-4511-F781-609B124C0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04D93C6-CED9-E9EA-0694-107233696050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2866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69C33-16A5-C661-1124-C5EA264B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1B184E8-0C36-9CC7-87ED-AB86666D00AD}"/>
              </a:ext>
            </a:extLst>
          </p:cNvPr>
          <p:cNvGrpSpPr/>
          <p:nvPr/>
        </p:nvGrpSpPr>
        <p:grpSpPr>
          <a:xfrm>
            <a:off x="-3135084" y="-836202"/>
            <a:ext cx="17388114" cy="13706893"/>
            <a:chOff x="-79829" y="-458830"/>
            <a:chExt cx="12271829" cy="967377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04C229C-1630-43B3-223B-379FC6B42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3" name="Picture 12">
              <a:hlinkClick r:id="rId3" action="ppaction://hlinksldjump"/>
              <a:extLst>
                <a:ext uri="{FF2B5EF4-FFF2-40B4-BE49-F238E27FC236}">
                  <a16:creationId xmlns:a16="http://schemas.microsoft.com/office/drawing/2014/main" id="{F345D297-7408-5FCD-FA35-88DADE3C8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-79829" y="-458830"/>
              <a:ext cx="9673772" cy="9673772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11C4478-173E-AD61-615D-1AE33B6FCFFF}"/>
              </a:ext>
            </a:extLst>
          </p:cNvPr>
          <p:cNvGrpSpPr/>
          <p:nvPr/>
        </p:nvGrpSpPr>
        <p:grpSpPr>
          <a:xfrm>
            <a:off x="-564135" y="3968607"/>
            <a:ext cx="13178645" cy="3800042"/>
            <a:chOff x="-564135" y="3968607"/>
            <a:chExt cx="13178645" cy="38000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0FCB49-5FB6-531F-769F-81D7E604D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8738"/>
            <a:stretch>
              <a:fillRect/>
            </a:stretch>
          </p:blipFill>
          <p:spPr>
            <a:xfrm>
              <a:off x="-564135" y="3968607"/>
              <a:ext cx="13178645" cy="380004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828AB2-6F86-D3D5-607E-6713C074DFCE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Oh! Y-Yes I am. Who are you?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DCA1158-BFDA-C0B9-DF43-332D40DAD3F4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5E29131-B575-812B-2CAA-AE763ADCF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653C14-82C3-E6A4-3560-E9EB30DD2990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22059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82EFE3-2F40-8504-E692-E7DA1C305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CACDE68-DDE1-CE84-86CE-D128C4A41475}"/>
              </a:ext>
            </a:extLst>
          </p:cNvPr>
          <p:cNvGrpSpPr/>
          <p:nvPr/>
        </p:nvGrpSpPr>
        <p:grpSpPr>
          <a:xfrm>
            <a:off x="-3135084" y="-836202"/>
            <a:ext cx="17388114" cy="13706893"/>
            <a:chOff x="-79829" y="-458830"/>
            <a:chExt cx="12271829" cy="967377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09AA2D6-30B0-789D-BB00-C359927B7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3" name="Picture 12">
              <a:hlinkClick r:id="rId3" action="ppaction://hlinksldjump"/>
              <a:extLst>
                <a:ext uri="{FF2B5EF4-FFF2-40B4-BE49-F238E27FC236}">
                  <a16:creationId xmlns:a16="http://schemas.microsoft.com/office/drawing/2014/main" id="{3E2988C6-40C1-FEE5-C9FF-F90CD2C4C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-79829" y="-458830"/>
              <a:ext cx="9673772" cy="9673772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9220807-209A-7E16-ECE8-DA1CB5909BE3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62AE89D-F3B1-EF59-67E4-12512FFC1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C7B590-96F3-9307-902C-6E677A0E5C26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 am a detective investigating your sister’s case. Mind if I escort you into the holding room?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A096234-88CA-8452-8254-7EC5C67EB4C2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9EF4C80-D569-77C7-0359-F2F7B1DC5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E4655C1-1CEE-2679-3E7F-37D98BC9A75F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569433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4673C-F02F-AF06-F033-19ADE16B6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0A89166-231E-1AD6-DABF-F478380F3D54}"/>
              </a:ext>
            </a:extLst>
          </p:cNvPr>
          <p:cNvGrpSpPr/>
          <p:nvPr/>
        </p:nvGrpSpPr>
        <p:grpSpPr>
          <a:xfrm>
            <a:off x="-3135084" y="-836202"/>
            <a:ext cx="17388114" cy="13706893"/>
            <a:chOff x="-79829" y="-458830"/>
            <a:chExt cx="12271829" cy="967377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E6E8639-F788-5704-A385-1FE011627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3" name="Picture 12">
              <a:hlinkClick r:id="rId3" action="ppaction://hlinksldjump"/>
              <a:extLst>
                <a:ext uri="{FF2B5EF4-FFF2-40B4-BE49-F238E27FC236}">
                  <a16:creationId xmlns:a16="http://schemas.microsoft.com/office/drawing/2014/main" id="{E8E6F130-787C-95FB-06AA-DF19000DD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-79829" y="-458830"/>
              <a:ext cx="9673772" cy="9673772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7DCABB3-DA3D-EFC5-A2D5-0AB01F359BEC}"/>
              </a:ext>
            </a:extLst>
          </p:cNvPr>
          <p:cNvGrpSpPr/>
          <p:nvPr/>
        </p:nvGrpSpPr>
        <p:grpSpPr>
          <a:xfrm>
            <a:off x="-564135" y="3968607"/>
            <a:ext cx="13178645" cy="3800042"/>
            <a:chOff x="-564135" y="3968607"/>
            <a:chExt cx="13178645" cy="38000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3171FFF-2B8E-EA57-303D-A79B22F8D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8738"/>
            <a:stretch>
              <a:fillRect/>
            </a:stretch>
          </p:blipFill>
          <p:spPr>
            <a:xfrm>
              <a:off x="-564135" y="3968607"/>
              <a:ext cx="13178645" cy="380004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9F54050-73EF-BA13-8354-9AF98C660EF7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Right. I’m totally innocent! I wasn’t even here to save her…</a:t>
              </a:r>
            </a:p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What a bad brother I am!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19F9900-5505-E5F5-AE92-564957B3AB1D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7C3CA55-51C0-7C60-5A42-1EEF6CF0A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6FE05F-6548-F0D0-CB11-966536CDE63D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509857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1D123-75DD-D7FA-22F6-8F04587FD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hlinkClick r:id="rId3" action="ppaction://hlinksldjump"/>
            <a:extLst>
              <a:ext uri="{FF2B5EF4-FFF2-40B4-BE49-F238E27FC236}">
                <a16:creationId xmlns:a16="http://schemas.microsoft.com/office/drawing/2014/main" id="{45194B74-64E9-FDA9-BFCA-AC272F3A5C09}"/>
              </a:ext>
            </a:extLst>
          </p:cNvPr>
          <p:cNvSpPr/>
          <p:nvPr/>
        </p:nvSpPr>
        <p:spPr>
          <a:xfrm>
            <a:off x="6335486" y="188686"/>
            <a:ext cx="5631543" cy="6691085"/>
          </a:xfrm>
          <a:custGeom>
            <a:avLst/>
            <a:gdLst>
              <a:gd name="csX0" fmla="*/ 174171 w 5631543"/>
              <a:gd name="csY0" fmla="*/ 0 h 6691085"/>
              <a:gd name="csX1" fmla="*/ 5631543 w 5631543"/>
              <a:gd name="csY1" fmla="*/ 1211943 h 6691085"/>
              <a:gd name="csX2" fmla="*/ 5602514 w 5631543"/>
              <a:gd name="csY2" fmla="*/ 6683828 h 6691085"/>
              <a:gd name="csX3" fmla="*/ 1161143 w 5631543"/>
              <a:gd name="csY3" fmla="*/ 6691085 h 6691085"/>
              <a:gd name="csX4" fmla="*/ 0 w 5631543"/>
              <a:gd name="csY4" fmla="*/ 5900057 h 6691085"/>
              <a:gd name="csX5" fmla="*/ 174171 w 5631543"/>
              <a:gd name="csY5" fmla="*/ 0 h 6691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631543" h="6691085">
                <a:moveTo>
                  <a:pt x="174171" y="0"/>
                </a:moveTo>
                <a:lnTo>
                  <a:pt x="5631543" y="1211943"/>
                </a:lnTo>
                <a:lnTo>
                  <a:pt x="5602514" y="6683828"/>
                </a:lnTo>
                <a:lnTo>
                  <a:pt x="1161143" y="6691085"/>
                </a:lnTo>
                <a:lnTo>
                  <a:pt x="0" y="5900057"/>
                </a:lnTo>
                <a:lnTo>
                  <a:pt x="174171" y="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7422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3E05F-051D-33B3-DE4C-9988CFEE4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6893CBF-ADF3-8218-AD49-1E336B73C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58" y="1424270"/>
            <a:ext cx="5433730" cy="54337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A24EA3-8818-DC29-3781-A3D0EF4E6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515" y="811041"/>
            <a:ext cx="6066973" cy="60669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6441F4-52EE-67F6-682E-CF2612BF1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567540" y="811041"/>
            <a:ext cx="6066973" cy="6046959"/>
          </a:xfrm>
          <a:prstGeom prst="rect">
            <a:avLst/>
          </a:prstGeom>
        </p:spPr>
      </p:pic>
      <p:sp>
        <p:nvSpPr>
          <p:cNvPr id="12" name="Rectangle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C537A05-FBCA-075A-DB27-01BE73CA8A6B}"/>
              </a:ext>
            </a:extLst>
          </p:cNvPr>
          <p:cNvSpPr/>
          <p:nvPr/>
        </p:nvSpPr>
        <p:spPr>
          <a:xfrm>
            <a:off x="1567540" y="1160795"/>
            <a:ext cx="3827339" cy="5697205"/>
          </a:xfrm>
          <a:prstGeom prst="rect">
            <a:avLst/>
          </a:prstGeom>
          <a:solidFill>
            <a:schemeClr val="bg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8387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5DE69-BB5C-125B-C3EB-6DCB79075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A0DFF34-CA49-08DA-9D25-4ED4BB3B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8" name="Picture 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5202348-228B-D41F-E001-13611CEA4C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53D59B-D34C-BE1C-FC81-854F95EAC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sp>
        <p:nvSpPr>
          <p:cNvPr id="17" name="Rectangle 1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71D59E8-8658-304D-DB36-E67781610C2E}"/>
              </a:ext>
            </a:extLst>
          </p:cNvPr>
          <p:cNvSpPr/>
          <p:nvPr/>
        </p:nvSpPr>
        <p:spPr>
          <a:xfrm>
            <a:off x="447676" y="327647"/>
            <a:ext cx="11268074" cy="6768478"/>
          </a:xfrm>
          <a:prstGeom prst="rect">
            <a:avLst/>
          </a:prstGeom>
          <a:solidFill>
            <a:schemeClr val="bg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6982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778A0-BBC9-306C-2DD3-D84974086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5B8EE80-7617-C166-1134-7CDA6AF0C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11" name="Pictur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4FE3FCC-7B6F-0427-0EDC-5E42A5E539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C0ABDE-CE91-203E-D9AC-48D09B1C42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AD6D629-8110-2D78-AE6C-95BCF572B97B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F5ECFD9-7688-6064-F30A-2BF8950F3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176DAD5-F794-D1B8-6F2E-E36A91DA5885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That’s enough of you three! Why are you fighting?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86ED5B1-C11A-6E85-6318-286537220D93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C3B3FCA-322F-893A-4315-05FBAEB1A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EAC62-8BC7-587E-8B52-14582DA284FA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9508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29EFC-E841-BB89-6078-5FE990577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E9FE683-2894-F6A3-079C-C755A90A5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F6620CE-8FCD-8B8D-65E4-DFB2A00038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7DC9D6-49C3-B8C1-8B91-D742C34CE5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EC84D6A-96AF-4AD9-9756-9B731F5CAE71}"/>
              </a:ext>
            </a:extLst>
          </p:cNvPr>
          <p:cNvGrpSpPr/>
          <p:nvPr/>
        </p:nvGrpSpPr>
        <p:grpSpPr>
          <a:xfrm>
            <a:off x="-564135" y="3968607"/>
            <a:ext cx="13178645" cy="3800042"/>
            <a:chOff x="-564135" y="3968607"/>
            <a:chExt cx="13178645" cy="380004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3B01D33-57B5-3EA6-0039-EC2E7F9C5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738"/>
            <a:stretch>
              <a:fillRect/>
            </a:stretch>
          </p:blipFill>
          <p:spPr>
            <a:xfrm>
              <a:off x="-564135" y="3968607"/>
              <a:ext cx="13178645" cy="380004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06912A-DEB8-47FA-F0CC-44EBD65FD32F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He insulted my sister!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05FA33-4CF5-6203-8710-7EAF9D013BB0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5" name="Picture 1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D0D412D-272B-40B0-947C-11F889F3F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9660BF-FBB8-0D43-7B64-08AA7FC0BA46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492874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8ED18-1A73-C49F-AAE3-2AED26676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DE8D35A-BD2F-604A-32B1-AB9FC4013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11" name="Pictur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D584C49-C9F1-B9FE-76BF-9BCD11B95E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82479C-8E48-9962-4FEC-6A7EFFDC22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4B32347-C5A2-64F0-C6A9-0BFAEF454A5A}"/>
              </a:ext>
            </a:extLst>
          </p:cNvPr>
          <p:cNvGrpSpPr/>
          <p:nvPr/>
        </p:nvGrpSpPr>
        <p:grpSpPr>
          <a:xfrm>
            <a:off x="1611171" y="4048125"/>
            <a:ext cx="11003339" cy="3720524"/>
            <a:chOff x="1611171" y="4048125"/>
            <a:chExt cx="11003339" cy="37205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5A0867A-A171-B310-64DD-AC106B1AF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6507" t="49811"/>
            <a:stretch>
              <a:fillRect/>
            </a:stretch>
          </p:blipFill>
          <p:spPr>
            <a:xfrm>
              <a:off x="1611171" y="4048125"/>
              <a:ext cx="11003339" cy="372052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2110F7-E8B3-D260-8113-C7A5A9566DE0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Insulted? Oh please. It was the truth, Charlie. Your sister lied to me; to the whole school!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F82440A-54D4-0E74-83B3-F07B5C2FC351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ECE0168-AA58-A4F1-ECDD-104E2704B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C274F62-F55E-4236-AB36-979A4124A4D8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167912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C3615-9165-3FAD-B05D-E19C15E77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359274A-9E0A-38A2-1871-93DCDE98C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1EDE6EB-03C2-9F62-F05B-F79CEB4FEB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09272E-C0C1-2165-AADF-F0457C45B2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1ECAF80-2443-8CC6-7E50-05D2F6F4CAB8}"/>
              </a:ext>
            </a:extLst>
          </p:cNvPr>
          <p:cNvGrpSpPr/>
          <p:nvPr/>
        </p:nvGrpSpPr>
        <p:grpSpPr>
          <a:xfrm>
            <a:off x="-564135" y="3968607"/>
            <a:ext cx="13178645" cy="3800042"/>
            <a:chOff x="-564135" y="3968607"/>
            <a:chExt cx="13178645" cy="380004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2329BA2-568B-701A-A1C6-36AF607EE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738"/>
            <a:stretch>
              <a:fillRect/>
            </a:stretch>
          </p:blipFill>
          <p:spPr>
            <a:xfrm>
              <a:off x="-564135" y="3968607"/>
              <a:ext cx="13178645" cy="380004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0AE900-7D1E-6E2F-FA41-8873B69F93A1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You still don’t deserve to talk about her like that!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80AA34-BC40-D911-F4B3-6D6824209F62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5" name="Picture 1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F392248C-6271-CFA9-F778-100BA40E5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5A395E-49B3-A5B8-B67E-61EC2E142018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292214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16811-06FA-EF92-6E7D-7DEDF121A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A66C602-1402-326C-075B-109AB80465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3" name="Picture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D090DB-7400-B299-D832-DA85CF03CB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2C8209A-11D0-2D5D-D5F3-ED8719E201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4DC3142-2110-6665-E6B6-5D8FA4BF1E44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7" name="Picture 1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38F9804A-8371-A6D1-13E4-EDA6EC244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6F9F864-55D2-6298-CF0D-85858D8DBB2C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C6F848-A438-40BF-50FA-3D491B6ACE91}"/>
              </a:ext>
            </a:extLst>
          </p:cNvPr>
          <p:cNvGrpSpPr/>
          <p:nvPr/>
        </p:nvGrpSpPr>
        <p:grpSpPr>
          <a:xfrm>
            <a:off x="-564134" y="4105275"/>
            <a:ext cx="13228096" cy="3663374"/>
            <a:chOff x="-564134" y="4105275"/>
            <a:chExt cx="13228096" cy="36633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6635C41-03F7-41EF-5951-CAC086451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50767"/>
            <a:stretch>
              <a:fillRect/>
            </a:stretch>
          </p:blipFill>
          <p:spPr>
            <a:xfrm>
              <a:off x="-564134" y="4105275"/>
              <a:ext cx="13228096" cy="366337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063062-8A82-3FF4-83E0-41D75A336E36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Oh my god, Brian. I know how much of a jerk you are. She wasn’t lying! If she was I’d know!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720C4C0-6992-F7A7-36BC-7C4063BEE00C}"/>
              </a:ext>
            </a:extLst>
          </p:cNvPr>
          <p:cNvGrpSpPr/>
          <p:nvPr/>
        </p:nvGrpSpPr>
        <p:grpSpPr>
          <a:xfrm>
            <a:off x="10050200" y="4121007"/>
            <a:ext cx="683029" cy="962568"/>
            <a:chOff x="6583364" y="4577702"/>
            <a:chExt cx="683029" cy="962568"/>
          </a:xfrm>
        </p:grpSpPr>
        <p:pic>
          <p:nvPicPr>
            <p:cNvPr id="11" name="Picture 1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72BFCBC-90F6-5B9E-589E-E33202CAF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8B093F6-75D9-6DF9-629A-A11213A9327E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262635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45200-F087-33AC-984F-1A409285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B51911-2197-F886-6B03-CAB96BF19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11" name="Pictur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BF5750A-A0BC-2624-4E49-B7030E6537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F7302F-2EB7-7EE2-E388-248F77BD65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6944562-57A1-AE28-BC38-07C71FB6C64E}"/>
              </a:ext>
            </a:extLst>
          </p:cNvPr>
          <p:cNvGrpSpPr/>
          <p:nvPr/>
        </p:nvGrpSpPr>
        <p:grpSpPr>
          <a:xfrm>
            <a:off x="1611171" y="4048125"/>
            <a:ext cx="11003339" cy="3720524"/>
            <a:chOff x="1611171" y="4048125"/>
            <a:chExt cx="11003339" cy="37205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B8AF558-5516-36C5-7552-AF6D4F6A4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6507" t="49811"/>
            <a:stretch>
              <a:fillRect/>
            </a:stretch>
          </p:blipFill>
          <p:spPr>
            <a:xfrm>
              <a:off x="1611171" y="4048125"/>
              <a:ext cx="11003339" cy="372052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71BA43-D74A-26E9-421E-09F30EF250C9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You’d know? You make me laugh-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DC75B2F-7681-54DB-133A-C08457CDC9B7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4B0C7A0-897C-05E8-4D07-F8F9847B8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D0F29B-7D6C-3E68-3702-3B1D478C057C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579239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CEB2A-BF8C-6FC1-19ED-CA4A9946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DB9222D-1DC2-C924-157B-D6FF2E30DA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00B8C1E-7F07-38F5-8978-B175BA6235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11" name="Pictur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C0AF8C6-3883-1738-E34C-5A95782411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8BD4C25-4119-FE1B-B485-3476A6494AAA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91506FD-777D-C742-6072-1FEED3307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FD3751-7B19-51CC-69BD-E6461167791D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ENOUGH!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984B1EB-5D49-F882-364B-4DA2C60BCFC3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2AF64E4-94E2-35D8-6A13-E6992D6A6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851B7AC-C680-C027-0989-379504A1E52E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704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5FE78-0236-8E82-27D9-CA80518C3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3F2D1F-6629-23FC-752F-612028BAB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16" name="Picture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EF157AE-9040-EC1A-3A88-8CE6699000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18" name="Picture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45B376D-01D2-1897-2F34-C64D0A44BB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42DAB19-92E0-1DD0-6CD6-BB617962040D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ED2C2A5-F76D-33CC-C1FF-51E9C7D0E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F6464B-95D1-9341-CFE0-4E537A3F3101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…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5106536-8E6D-B719-1DCB-ADB37F064D90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ED77C20-C448-436A-792F-F6979C369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22A39A-6D3D-E468-426E-C3D4F384CA1A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pic>
        <p:nvPicPr>
          <p:cNvPr id="11" name="Picture 10">
            <a:hlinkClick r:id="rId8" action="ppaction://hlinksldjump"/>
            <a:extLst>
              <a:ext uri="{FF2B5EF4-FFF2-40B4-BE49-F238E27FC236}">
                <a16:creationId xmlns:a16="http://schemas.microsoft.com/office/drawing/2014/main" id="{070EE11F-CA9F-9000-E252-B486BA90FE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AB00DF7-B287-BF02-7F7B-27564695BBB8}"/>
              </a:ext>
            </a:extLst>
          </p:cNvPr>
          <p:cNvGrpSpPr/>
          <p:nvPr/>
        </p:nvGrpSpPr>
        <p:grpSpPr>
          <a:xfrm>
            <a:off x="9723924" y="5322871"/>
            <a:ext cx="1447365" cy="1347111"/>
            <a:chOff x="9723924" y="5322871"/>
            <a:chExt cx="1447365" cy="134711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D7365D-DF3C-411B-A000-79740A46B88F}"/>
                </a:ext>
              </a:extLst>
            </p:cNvPr>
            <p:cNvSpPr/>
            <p:nvPr/>
          </p:nvSpPr>
          <p:spPr>
            <a:xfrm rot="2023533">
              <a:off x="10228314" y="5322871"/>
              <a:ext cx="942975" cy="419100"/>
            </a:xfrm>
            <a:custGeom>
              <a:avLst/>
              <a:gdLst>
                <a:gd name="csX0" fmla="*/ 0 w 942975"/>
                <a:gd name="csY0" fmla="*/ 190500 h 419100"/>
                <a:gd name="csX1" fmla="*/ 104775 w 942975"/>
                <a:gd name="csY1" fmla="*/ 0 h 419100"/>
                <a:gd name="csX2" fmla="*/ 942975 w 942975"/>
                <a:gd name="csY2" fmla="*/ 304800 h 419100"/>
                <a:gd name="csX3" fmla="*/ 933450 w 942975"/>
                <a:gd name="csY3" fmla="*/ 419100 h 419100"/>
                <a:gd name="csX4" fmla="*/ 0 w 942975"/>
                <a:gd name="csY4" fmla="*/ 190500 h 419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42975" h="419100">
                  <a:moveTo>
                    <a:pt x="0" y="190500"/>
                  </a:moveTo>
                  <a:lnTo>
                    <a:pt x="104775" y="0"/>
                  </a:lnTo>
                  <a:lnTo>
                    <a:pt x="942975" y="304800"/>
                  </a:lnTo>
                  <a:lnTo>
                    <a:pt x="933450" y="4191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2681C99-4BFF-8F28-A9A8-8435AC5DCD53}"/>
                </a:ext>
              </a:extLst>
            </p:cNvPr>
            <p:cNvSpPr/>
            <p:nvPr/>
          </p:nvSpPr>
          <p:spPr>
            <a:xfrm>
              <a:off x="9723924" y="5709899"/>
              <a:ext cx="942975" cy="419100"/>
            </a:xfrm>
            <a:custGeom>
              <a:avLst/>
              <a:gdLst>
                <a:gd name="csX0" fmla="*/ 0 w 942975"/>
                <a:gd name="csY0" fmla="*/ 190500 h 419100"/>
                <a:gd name="csX1" fmla="*/ 104775 w 942975"/>
                <a:gd name="csY1" fmla="*/ 0 h 419100"/>
                <a:gd name="csX2" fmla="*/ 942975 w 942975"/>
                <a:gd name="csY2" fmla="*/ 304800 h 419100"/>
                <a:gd name="csX3" fmla="*/ 933450 w 942975"/>
                <a:gd name="csY3" fmla="*/ 419100 h 419100"/>
                <a:gd name="csX4" fmla="*/ 0 w 942975"/>
                <a:gd name="csY4" fmla="*/ 190500 h 419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42975" h="419100">
                  <a:moveTo>
                    <a:pt x="0" y="190500"/>
                  </a:moveTo>
                  <a:lnTo>
                    <a:pt x="104775" y="0"/>
                  </a:lnTo>
                  <a:lnTo>
                    <a:pt x="942975" y="304800"/>
                  </a:lnTo>
                  <a:lnTo>
                    <a:pt x="933450" y="4191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95100EC-62D3-5622-FF22-9452809200EE}"/>
                </a:ext>
              </a:extLst>
            </p:cNvPr>
            <p:cNvSpPr/>
            <p:nvPr/>
          </p:nvSpPr>
          <p:spPr>
            <a:xfrm rot="19626535">
              <a:off x="9931083" y="6250882"/>
              <a:ext cx="942975" cy="419100"/>
            </a:xfrm>
            <a:custGeom>
              <a:avLst/>
              <a:gdLst>
                <a:gd name="csX0" fmla="*/ 0 w 942975"/>
                <a:gd name="csY0" fmla="*/ 190500 h 419100"/>
                <a:gd name="csX1" fmla="*/ 104775 w 942975"/>
                <a:gd name="csY1" fmla="*/ 0 h 419100"/>
                <a:gd name="csX2" fmla="*/ 942975 w 942975"/>
                <a:gd name="csY2" fmla="*/ 304800 h 419100"/>
                <a:gd name="csX3" fmla="*/ 933450 w 942975"/>
                <a:gd name="csY3" fmla="*/ 419100 h 419100"/>
                <a:gd name="csX4" fmla="*/ 0 w 942975"/>
                <a:gd name="csY4" fmla="*/ 190500 h 419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42975" h="419100">
                  <a:moveTo>
                    <a:pt x="0" y="190500"/>
                  </a:moveTo>
                  <a:lnTo>
                    <a:pt x="104775" y="0"/>
                  </a:lnTo>
                  <a:lnTo>
                    <a:pt x="942975" y="304800"/>
                  </a:lnTo>
                  <a:lnTo>
                    <a:pt x="933450" y="4191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097837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DFB2C-2DC8-47A9-3851-37E5AE1F8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2606E7D-E125-77E9-72AD-55B1855CBEB3}"/>
              </a:ext>
            </a:extLst>
          </p:cNvPr>
          <p:cNvGrpSpPr/>
          <p:nvPr/>
        </p:nvGrpSpPr>
        <p:grpSpPr>
          <a:xfrm>
            <a:off x="1462402" y="1864856"/>
            <a:ext cx="6858000" cy="4657231"/>
            <a:chOff x="1462402" y="2078941"/>
            <a:chExt cx="6858000" cy="465723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BF3E5E5-3543-A29C-068E-9141CF44F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090"/>
            <a:stretch>
              <a:fillRect/>
            </a:stretch>
          </p:blipFill>
          <p:spPr>
            <a:xfrm>
              <a:off x="1462402" y="2078941"/>
              <a:ext cx="6858000" cy="465723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BEA3AE-B0D9-065C-2458-6143F381892D}"/>
                </a:ext>
              </a:extLst>
            </p:cNvPr>
            <p:cNvSpPr txBox="1"/>
            <p:nvPr/>
          </p:nvSpPr>
          <p:spPr>
            <a:xfrm>
              <a:off x="2972882" y="2851630"/>
              <a:ext cx="335925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Detective, we have reviewed the evidence you submitted. It isn’t sufficient.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8B0BAFB-5DF7-DAAD-B9BA-C2DA5959B2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509"/>
          <a:stretch>
            <a:fillRect/>
          </a:stretch>
        </p:blipFill>
        <p:spPr>
          <a:xfrm rot="18420679" flipH="1">
            <a:off x="3530754" y="2537805"/>
            <a:ext cx="7641913" cy="314941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0C31EF3-0C04-E08E-7DA4-995914EAA3F3}"/>
              </a:ext>
            </a:extLst>
          </p:cNvPr>
          <p:cNvGrpSpPr/>
          <p:nvPr/>
        </p:nvGrpSpPr>
        <p:grpSpPr>
          <a:xfrm>
            <a:off x="4247278" y="3953115"/>
            <a:ext cx="1471612" cy="962568"/>
            <a:chOff x="6583364" y="4577702"/>
            <a:chExt cx="1471612" cy="962568"/>
          </a:xfrm>
        </p:grpSpPr>
        <p:pic>
          <p:nvPicPr>
            <p:cNvPr id="21" name="Picture 20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C9A7046F-7EEF-6EDA-70E8-48AB5085F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33C6130-72E2-0182-6142-56F03CB5F85A}"/>
                </a:ext>
              </a:extLst>
            </p:cNvPr>
            <p:cNvSpPr txBox="1"/>
            <p:nvPr/>
          </p:nvSpPr>
          <p:spPr>
            <a:xfrm>
              <a:off x="6803214" y="4842887"/>
              <a:ext cx="11608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Noted.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0909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23F51-5A6B-4B39-2EF8-02C63E78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703991-A045-05F2-CE6D-D7D68FB62A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12" name="Picture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47F1048-0DBC-8C87-286D-AF6476B2C2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14" name="Picture 1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2B5B3AA-95C6-5532-D868-0B403CBDC9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F539423-5895-5399-9E07-B54C8460B9D5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720F982-A96C-FADA-2524-0C75FEF3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F1682A-5084-ACCC-AA4C-7EBCF2F39107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I’ll be back. You guys behave yourselves.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0EFD426-DEF3-E675-A792-8DEB286B5322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3CF09BA-4916-A9E4-024D-D85B94E5D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B8B52BC-AD68-E69E-CD22-F1A03C74D8E6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C174002-0263-FD2B-F8C9-361B540AA0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398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8C11D-0CD6-7B8C-0958-26ACFF75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8B4F17F-DBFD-4AD6-8AC2-7F92E51A2F23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AA27B3F-25C3-7FF4-CFB1-4227D055E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9A70DC9-4FFF-4D78-FDC0-3A3C6151A858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Maybe you missed a corridor? 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301E324-B6CB-373A-DFE7-77AC82963CE2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7" name="Picture 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C1BC04E-8F65-9325-D7B5-DCDEF2EA7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660D70-FDE3-B6B1-F2DC-54EC3FEF52FA}"/>
                </a:ext>
              </a:extLst>
            </p:cNvPr>
            <p:cNvSpPr txBox="1"/>
            <p:nvPr/>
          </p:nvSpPr>
          <p:spPr>
            <a:xfrm>
              <a:off x="6841314" y="4842887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Okay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1972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E7552-1B7C-4459-2DE9-431AF708D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206DFF7-984F-6D83-36FA-11145274C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6606DA9-F299-1C05-ACBE-0C7D47C305A3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5BC2682-5648-A28C-A752-C3145588AD39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5EFD22-C629-9B26-E4B6-F2E80C4E5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sp>
        <p:nvSpPr>
          <p:cNvPr id="21" name="Freeform: Shape 20">
            <a:hlinkClick r:id="rId5" action="ppaction://hlinksldjump"/>
            <a:extLst>
              <a:ext uri="{FF2B5EF4-FFF2-40B4-BE49-F238E27FC236}">
                <a16:creationId xmlns:a16="http://schemas.microsoft.com/office/drawing/2014/main" id="{677BC18E-A10D-6F6C-F1D6-1355D8A01187}"/>
              </a:ext>
            </a:extLst>
          </p:cNvPr>
          <p:cNvSpPr/>
          <p:nvPr/>
        </p:nvSpPr>
        <p:spPr>
          <a:xfrm>
            <a:off x="-571500" y="-923925"/>
            <a:ext cx="13298134" cy="4362450"/>
          </a:xfrm>
          <a:custGeom>
            <a:avLst/>
            <a:gdLst>
              <a:gd name="csX0" fmla="*/ 285750 w 13298134"/>
              <a:gd name="csY0" fmla="*/ 4362450 h 4362450"/>
              <a:gd name="csX1" fmla="*/ 285750 w 13298134"/>
              <a:gd name="csY1" fmla="*/ 4362450 h 4362450"/>
              <a:gd name="csX2" fmla="*/ 390525 w 13298134"/>
              <a:gd name="csY2" fmla="*/ 4257675 h 4362450"/>
              <a:gd name="csX3" fmla="*/ 647700 w 13298134"/>
              <a:gd name="csY3" fmla="*/ 3962400 h 4362450"/>
              <a:gd name="csX4" fmla="*/ 904875 w 13298134"/>
              <a:gd name="csY4" fmla="*/ 3743325 h 4362450"/>
              <a:gd name="csX5" fmla="*/ 933450 w 13298134"/>
              <a:gd name="csY5" fmla="*/ 3714750 h 4362450"/>
              <a:gd name="csX6" fmla="*/ 1019175 w 13298134"/>
              <a:gd name="csY6" fmla="*/ 3686175 h 4362450"/>
              <a:gd name="csX7" fmla="*/ 1104900 w 13298134"/>
              <a:gd name="csY7" fmla="*/ 3638550 h 4362450"/>
              <a:gd name="csX8" fmla="*/ 1190625 w 13298134"/>
              <a:gd name="csY8" fmla="*/ 3600450 h 4362450"/>
              <a:gd name="csX9" fmla="*/ 1219200 w 13298134"/>
              <a:gd name="csY9" fmla="*/ 3581400 h 4362450"/>
              <a:gd name="csX10" fmla="*/ 1381125 w 13298134"/>
              <a:gd name="csY10" fmla="*/ 3533775 h 4362450"/>
              <a:gd name="csX11" fmla="*/ 1724025 w 13298134"/>
              <a:gd name="csY11" fmla="*/ 3400425 h 4362450"/>
              <a:gd name="csX12" fmla="*/ 1847850 w 13298134"/>
              <a:gd name="csY12" fmla="*/ 3352800 h 4362450"/>
              <a:gd name="csX13" fmla="*/ 2981325 w 13298134"/>
              <a:gd name="csY13" fmla="*/ 3248025 h 4362450"/>
              <a:gd name="csX14" fmla="*/ 3219450 w 13298134"/>
              <a:gd name="csY14" fmla="*/ 3200400 h 4362450"/>
              <a:gd name="csX15" fmla="*/ 3409950 w 13298134"/>
              <a:gd name="csY15" fmla="*/ 3162300 h 4362450"/>
              <a:gd name="csX16" fmla="*/ 3648075 w 13298134"/>
              <a:gd name="csY16" fmla="*/ 3028950 h 4362450"/>
              <a:gd name="csX17" fmla="*/ 3933825 w 13298134"/>
              <a:gd name="csY17" fmla="*/ 2886075 h 4362450"/>
              <a:gd name="csX18" fmla="*/ 4333875 w 13298134"/>
              <a:gd name="csY18" fmla="*/ 2857500 h 4362450"/>
              <a:gd name="csX19" fmla="*/ 5000625 w 13298134"/>
              <a:gd name="csY19" fmla="*/ 2800350 h 4362450"/>
              <a:gd name="csX20" fmla="*/ 5248275 w 13298134"/>
              <a:gd name="csY20" fmla="*/ 2781300 h 4362450"/>
              <a:gd name="csX21" fmla="*/ 6324600 w 13298134"/>
              <a:gd name="csY21" fmla="*/ 2752725 h 4362450"/>
              <a:gd name="csX22" fmla="*/ 6791325 w 13298134"/>
              <a:gd name="csY22" fmla="*/ 2724150 h 4362450"/>
              <a:gd name="csX23" fmla="*/ 6905625 w 13298134"/>
              <a:gd name="csY23" fmla="*/ 2714625 h 4362450"/>
              <a:gd name="csX24" fmla="*/ 8248650 w 13298134"/>
              <a:gd name="csY24" fmla="*/ 2781300 h 4362450"/>
              <a:gd name="csX25" fmla="*/ 8924925 w 13298134"/>
              <a:gd name="csY25" fmla="*/ 2905125 h 4362450"/>
              <a:gd name="csX26" fmla="*/ 9315450 w 13298134"/>
              <a:gd name="csY26" fmla="*/ 2952750 h 4362450"/>
              <a:gd name="csX27" fmla="*/ 9467850 w 13298134"/>
              <a:gd name="csY27" fmla="*/ 2981325 h 4362450"/>
              <a:gd name="csX28" fmla="*/ 9667875 w 13298134"/>
              <a:gd name="csY28" fmla="*/ 3009900 h 4362450"/>
              <a:gd name="csX29" fmla="*/ 9991725 w 13298134"/>
              <a:gd name="csY29" fmla="*/ 3124200 h 4362450"/>
              <a:gd name="csX30" fmla="*/ 10391775 w 13298134"/>
              <a:gd name="csY30" fmla="*/ 3219450 h 4362450"/>
              <a:gd name="csX31" fmla="*/ 10648950 w 13298134"/>
              <a:gd name="csY31" fmla="*/ 3248025 h 4362450"/>
              <a:gd name="csX32" fmla="*/ 11029950 w 13298134"/>
              <a:gd name="csY32" fmla="*/ 3371850 h 4362450"/>
              <a:gd name="csX33" fmla="*/ 11182350 w 13298134"/>
              <a:gd name="csY33" fmla="*/ 3419475 h 4362450"/>
              <a:gd name="csX34" fmla="*/ 11687175 w 13298134"/>
              <a:gd name="csY34" fmla="*/ 3648075 h 4362450"/>
              <a:gd name="csX35" fmla="*/ 12230100 w 13298134"/>
              <a:gd name="csY35" fmla="*/ 3810000 h 4362450"/>
              <a:gd name="csX36" fmla="*/ 12468225 w 13298134"/>
              <a:gd name="csY36" fmla="*/ 3876675 h 4362450"/>
              <a:gd name="csX37" fmla="*/ 12649200 w 13298134"/>
              <a:gd name="csY37" fmla="*/ 3981450 h 4362450"/>
              <a:gd name="csX38" fmla="*/ 12944475 w 13298134"/>
              <a:gd name="csY38" fmla="*/ 4114800 h 4362450"/>
              <a:gd name="csX39" fmla="*/ 13144500 w 13298134"/>
              <a:gd name="csY39" fmla="*/ 4257675 h 4362450"/>
              <a:gd name="csX40" fmla="*/ 13268325 w 13298134"/>
              <a:gd name="csY40" fmla="*/ 3181350 h 4362450"/>
              <a:gd name="csX41" fmla="*/ 12839700 w 13298134"/>
              <a:gd name="csY41" fmla="*/ 714375 h 4362450"/>
              <a:gd name="csX42" fmla="*/ 12801600 w 13298134"/>
              <a:gd name="csY42" fmla="*/ 361950 h 4362450"/>
              <a:gd name="csX43" fmla="*/ 12763500 w 13298134"/>
              <a:gd name="csY43" fmla="*/ 238125 h 4362450"/>
              <a:gd name="csX44" fmla="*/ 12020550 w 13298134"/>
              <a:gd name="csY44" fmla="*/ 247650 h 4362450"/>
              <a:gd name="csX45" fmla="*/ 5229225 w 13298134"/>
              <a:gd name="csY45" fmla="*/ 180975 h 4362450"/>
              <a:gd name="csX46" fmla="*/ 3667125 w 13298134"/>
              <a:gd name="csY46" fmla="*/ 66675 h 4362450"/>
              <a:gd name="csX47" fmla="*/ 2552700 w 13298134"/>
              <a:gd name="csY47" fmla="*/ 0 h 4362450"/>
              <a:gd name="csX48" fmla="*/ 1123950 w 13298134"/>
              <a:gd name="csY48" fmla="*/ 76200 h 4362450"/>
              <a:gd name="csX49" fmla="*/ 657225 w 13298134"/>
              <a:gd name="csY49" fmla="*/ 209550 h 4362450"/>
              <a:gd name="csX50" fmla="*/ 219075 w 13298134"/>
              <a:gd name="csY50" fmla="*/ 409575 h 4362450"/>
              <a:gd name="csX51" fmla="*/ 142875 w 13298134"/>
              <a:gd name="csY51" fmla="*/ 2790825 h 4362450"/>
              <a:gd name="csX52" fmla="*/ 114300 w 13298134"/>
              <a:gd name="csY52" fmla="*/ 3429000 h 4362450"/>
              <a:gd name="csX53" fmla="*/ 76200 w 13298134"/>
              <a:gd name="csY53" fmla="*/ 3581400 h 4362450"/>
              <a:gd name="csX54" fmla="*/ 47625 w 13298134"/>
              <a:gd name="csY54" fmla="*/ 3790950 h 4362450"/>
              <a:gd name="csX55" fmla="*/ 0 w 13298134"/>
              <a:gd name="csY55" fmla="*/ 4038600 h 4362450"/>
              <a:gd name="csX56" fmla="*/ 9525 w 13298134"/>
              <a:gd name="csY56" fmla="*/ 4257675 h 4362450"/>
              <a:gd name="csX57" fmla="*/ 28575 w 13298134"/>
              <a:gd name="csY57" fmla="*/ 4286250 h 4362450"/>
              <a:gd name="csX58" fmla="*/ 114300 w 13298134"/>
              <a:gd name="csY58" fmla="*/ 4295775 h 4362450"/>
              <a:gd name="csX59" fmla="*/ 504825 w 13298134"/>
              <a:gd name="csY59" fmla="*/ 4267200 h 4362450"/>
              <a:gd name="csX60" fmla="*/ 552450 w 13298134"/>
              <a:gd name="csY60" fmla="*/ 4248150 h 4362450"/>
              <a:gd name="csX61" fmla="*/ 590550 w 13298134"/>
              <a:gd name="csY61" fmla="*/ 4191000 h 4362450"/>
              <a:gd name="csX62" fmla="*/ 647700 w 13298134"/>
              <a:gd name="csY62" fmla="*/ 4114800 h 4362450"/>
              <a:gd name="csX63" fmla="*/ 666750 w 13298134"/>
              <a:gd name="csY63" fmla="*/ 4019550 h 4362450"/>
              <a:gd name="csX64" fmla="*/ 285750 w 13298134"/>
              <a:gd name="csY64" fmla="*/ 4362450 h 4362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3298134" h="4362450">
                <a:moveTo>
                  <a:pt x="285750" y="4362450"/>
                </a:moveTo>
                <a:lnTo>
                  <a:pt x="285750" y="4362450"/>
                </a:lnTo>
                <a:cubicBezTo>
                  <a:pt x="320675" y="4327525"/>
                  <a:pt x="357800" y="4294669"/>
                  <a:pt x="390525" y="4257675"/>
                </a:cubicBezTo>
                <a:cubicBezTo>
                  <a:pt x="531188" y="4098665"/>
                  <a:pt x="482677" y="4115635"/>
                  <a:pt x="647700" y="3962400"/>
                </a:cubicBezTo>
                <a:cubicBezTo>
                  <a:pt x="730221" y="3885773"/>
                  <a:pt x="825246" y="3822954"/>
                  <a:pt x="904875" y="3743325"/>
                </a:cubicBezTo>
                <a:cubicBezTo>
                  <a:pt x="914400" y="3733800"/>
                  <a:pt x="921402" y="3720774"/>
                  <a:pt x="933450" y="3714750"/>
                </a:cubicBezTo>
                <a:cubicBezTo>
                  <a:pt x="960391" y="3701280"/>
                  <a:pt x="991650" y="3698408"/>
                  <a:pt x="1019175" y="3686175"/>
                </a:cubicBezTo>
                <a:cubicBezTo>
                  <a:pt x="1049046" y="3672899"/>
                  <a:pt x="1075662" y="3653169"/>
                  <a:pt x="1104900" y="3638550"/>
                </a:cubicBezTo>
                <a:cubicBezTo>
                  <a:pt x="1132869" y="3624566"/>
                  <a:pt x="1162656" y="3614434"/>
                  <a:pt x="1190625" y="3600450"/>
                </a:cubicBezTo>
                <a:cubicBezTo>
                  <a:pt x="1200864" y="3595330"/>
                  <a:pt x="1208340" y="3585020"/>
                  <a:pt x="1219200" y="3581400"/>
                </a:cubicBezTo>
                <a:cubicBezTo>
                  <a:pt x="1399426" y="3521325"/>
                  <a:pt x="1214481" y="3605194"/>
                  <a:pt x="1381125" y="3533775"/>
                </a:cubicBezTo>
                <a:cubicBezTo>
                  <a:pt x="1700305" y="3396983"/>
                  <a:pt x="1249151" y="3571907"/>
                  <a:pt x="1724025" y="3400425"/>
                </a:cubicBezTo>
                <a:cubicBezTo>
                  <a:pt x="1765619" y="3385405"/>
                  <a:pt x="1803957" y="3358190"/>
                  <a:pt x="1847850" y="3352800"/>
                </a:cubicBezTo>
                <a:cubicBezTo>
                  <a:pt x="2586563" y="3262081"/>
                  <a:pt x="2208819" y="3297864"/>
                  <a:pt x="2981325" y="3248025"/>
                </a:cubicBezTo>
                <a:lnTo>
                  <a:pt x="3219450" y="3200400"/>
                </a:lnTo>
                <a:cubicBezTo>
                  <a:pt x="3413741" y="3162621"/>
                  <a:pt x="3239505" y="3200177"/>
                  <a:pt x="3409950" y="3162300"/>
                </a:cubicBezTo>
                <a:cubicBezTo>
                  <a:pt x="3508771" y="3088185"/>
                  <a:pt x="3431589" y="3142890"/>
                  <a:pt x="3648075" y="3028950"/>
                </a:cubicBezTo>
                <a:cubicBezTo>
                  <a:pt x="3657645" y="3023913"/>
                  <a:pt x="3897859" y="2892926"/>
                  <a:pt x="3933825" y="2886075"/>
                </a:cubicBezTo>
                <a:cubicBezTo>
                  <a:pt x="3936181" y="2885626"/>
                  <a:pt x="4259392" y="2864483"/>
                  <a:pt x="4333875" y="2857500"/>
                </a:cubicBezTo>
                <a:cubicBezTo>
                  <a:pt x="5445595" y="2753276"/>
                  <a:pt x="4447092" y="2837252"/>
                  <a:pt x="5000625" y="2800350"/>
                </a:cubicBezTo>
                <a:cubicBezTo>
                  <a:pt x="5083235" y="2794843"/>
                  <a:pt x="5165535" y="2784276"/>
                  <a:pt x="5248275" y="2781300"/>
                </a:cubicBezTo>
                <a:lnTo>
                  <a:pt x="6324600" y="2752725"/>
                </a:lnTo>
                <a:lnTo>
                  <a:pt x="6791325" y="2724150"/>
                </a:lnTo>
                <a:cubicBezTo>
                  <a:pt x="6829475" y="2721648"/>
                  <a:pt x="6867430" y="2712950"/>
                  <a:pt x="6905625" y="2714625"/>
                </a:cubicBezTo>
                <a:cubicBezTo>
                  <a:pt x="8900372" y="2802114"/>
                  <a:pt x="7209409" y="2754653"/>
                  <a:pt x="8248650" y="2781300"/>
                </a:cubicBezTo>
                <a:cubicBezTo>
                  <a:pt x="8495211" y="2830612"/>
                  <a:pt x="8657787" y="2865208"/>
                  <a:pt x="8924925" y="2905125"/>
                </a:cubicBezTo>
                <a:cubicBezTo>
                  <a:pt x="9054624" y="2924505"/>
                  <a:pt x="9185583" y="2934523"/>
                  <a:pt x="9315450" y="2952750"/>
                </a:cubicBezTo>
                <a:cubicBezTo>
                  <a:pt x="9366634" y="2959934"/>
                  <a:pt x="9416831" y="2973052"/>
                  <a:pt x="9467850" y="2981325"/>
                </a:cubicBezTo>
                <a:cubicBezTo>
                  <a:pt x="9534333" y="2992106"/>
                  <a:pt x="9601200" y="3000375"/>
                  <a:pt x="9667875" y="3009900"/>
                </a:cubicBezTo>
                <a:cubicBezTo>
                  <a:pt x="9775825" y="3048000"/>
                  <a:pt x="9882562" y="3089728"/>
                  <a:pt x="9991725" y="3124200"/>
                </a:cubicBezTo>
                <a:cubicBezTo>
                  <a:pt x="10065635" y="3147540"/>
                  <a:pt x="10304256" y="3206132"/>
                  <a:pt x="10391775" y="3219450"/>
                </a:cubicBezTo>
                <a:cubicBezTo>
                  <a:pt x="10477046" y="3232426"/>
                  <a:pt x="10563225" y="3238500"/>
                  <a:pt x="10648950" y="3248025"/>
                </a:cubicBezTo>
                <a:lnTo>
                  <a:pt x="11029950" y="3371850"/>
                </a:lnTo>
                <a:cubicBezTo>
                  <a:pt x="11080620" y="3388137"/>
                  <a:pt x="11133867" y="3397520"/>
                  <a:pt x="11182350" y="3419475"/>
                </a:cubicBezTo>
                <a:cubicBezTo>
                  <a:pt x="11350625" y="3495675"/>
                  <a:pt x="11510156" y="3595280"/>
                  <a:pt x="11687175" y="3648075"/>
                </a:cubicBezTo>
                <a:lnTo>
                  <a:pt x="12230100" y="3810000"/>
                </a:lnTo>
                <a:cubicBezTo>
                  <a:pt x="12309209" y="3833154"/>
                  <a:pt x="12468225" y="3876675"/>
                  <a:pt x="12468225" y="3876675"/>
                </a:cubicBezTo>
                <a:cubicBezTo>
                  <a:pt x="12528550" y="3911600"/>
                  <a:pt x="12585672" y="3952760"/>
                  <a:pt x="12649200" y="3981450"/>
                </a:cubicBezTo>
                <a:cubicBezTo>
                  <a:pt x="12747625" y="4025900"/>
                  <a:pt x="12850708" y="4061219"/>
                  <a:pt x="12944475" y="4114800"/>
                </a:cubicBezTo>
                <a:cubicBezTo>
                  <a:pt x="13279309" y="4306134"/>
                  <a:pt x="13025681" y="4218069"/>
                  <a:pt x="13144500" y="4257675"/>
                </a:cubicBezTo>
                <a:cubicBezTo>
                  <a:pt x="13314803" y="3841380"/>
                  <a:pt x="13322424" y="3890045"/>
                  <a:pt x="13268325" y="3181350"/>
                </a:cubicBezTo>
                <a:cubicBezTo>
                  <a:pt x="13179881" y="2022740"/>
                  <a:pt x="13072633" y="1690474"/>
                  <a:pt x="12839700" y="714375"/>
                </a:cubicBezTo>
                <a:cubicBezTo>
                  <a:pt x="12827000" y="596900"/>
                  <a:pt x="12820268" y="478625"/>
                  <a:pt x="12801600" y="361950"/>
                </a:cubicBezTo>
                <a:cubicBezTo>
                  <a:pt x="12794777" y="319308"/>
                  <a:pt x="12806230" y="244378"/>
                  <a:pt x="12763500" y="238125"/>
                </a:cubicBezTo>
                <a:cubicBezTo>
                  <a:pt x="12518440" y="202263"/>
                  <a:pt x="12268200" y="244475"/>
                  <a:pt x="12020550" y="247650"/>
                </a:cubicBezTo>
                <a:lnTo>
                  <a:pt x="5229225" y="180975"/>
                </a:lnTo>
                <a:cubicBezTo>
                  <a:pt x="4707560" y="159874"/>
                  <a:pt x="4188028" y="101896"/>
                  <a:pt x="3667125" y="66675"/>
                </a:cubicBezTo>
                <a:lnTo>
                  <a:pt x="2552700" y="0"/>
                </a:lnTo>
                <a:cubicBezTo>
                  <a:pt x="2076450" y="25400"/>
                  <a:pt x="1597989" y="23794"/>
                  <a:pt x="1123950" y="76200"/>
                </a:cubicBezTo>
                <a:cubicBezTo>
                  <a:pt x="963129" y="93979"/>
                  <a:pt x="812202" y="163057"/>
                  <a:pt x="657225" y="209550"/>
                </a:cubicBezTo>
                <a:cubicBezTo>
                  <a:pt x="512033" y="253108"/>
                  <a:pt x="334277" y="353620"/>
                  <a:pt x="219075" y="409575"/>
                </a:cubicBezTo>
                <a:cubicBezTo>
                  <a:pt x="193675" y="1203325"/>
                  <a:pt x="170416" y="1997146"/>
                  <a:pt x="142875" y="2790825"/>
                </a:cubicBezTo>
                <a:cubicBezTo>
                  <a:pt x="135490" y="3003635"/>
                  <a:pt x="132195" y="3216815"/>
                  <a:pt x="114300" y="3429000"/>
                </a:cubicBezTo>
                <a:cubicBezTo>
                  <a:pt x="109899" y="3481178"/>
                  <a:pt x="85686" y="3529903"/>
                  <a:pt x="76200" y="3581400"/>
                </a:cubicBezTo>
                <a:cubicBezTo>
                  <a:pt x="63429" y="3650730"/>
                  <a:pt x="59215" y="3721413"/>
                  <a:pt x="47625" y="3790950"/>
                </a:cubicBezTo>
                <a:cubicBezTo>
                  <a:pt x="33805" y="3873869"/>
                  <a:pt x="15875" y="3956050"/>
                  <a:pt x="0" y="4038600"/>
                </a:cubicBezTo>
                <a:cubicBezTo>
                  <a:pt x="3175" y="4111625"/>
                  <a:pt x="1147" y="4185063"/>
                  <a:pt x="9525" y="4257675"/>
                </a:cubicBezTo>
                <a:cubicBezTo>
                  <a:pt x="10837" y="4269047"/>
                  <a:pt x="17817" y="4282338"/>
                  <a:pt x="28575" y="4286250"/>
                </a:cubicBezTo>
                <a:cubicBezTo>
                  <a:pt x="55595" y="4296075"/>
                  <a:pt x="85725" y="4292600"/>
                  <a:pt x="114300" y="4295775"/>
                </a:cubicBezTo>
                <a:cubicBezTo>
                  <a:pt x="244475" y="4286250"/>
                  <a:pt x="375066" y="4281304"/>
                  <a:pt x="504825" y="4267200"/>
                </a:cubicBezTo>
                <a:cubicBezTo>
                  <a:pt x="521823" y="4265352"/>
                  <a:pt x="539671" y="4259509"/>
                  <a:pt x="552450" y="4248150"/>
                </a:cubicBezTo>
                <a:cubicBezTo>
                  <a:pt x="569562" y="4232939"/>
                  <a:pt x="575234" y="4208018"/>
                  <a:pt x="590550" y="4191000"/>
                </a:cubicBezTo>
                <a:cubicBezTo>
                  <a:pt x="654627" y="4119803"/>
                  <a:pt x="629233" y="4188669"/>
                  <a:pt x="647700" y="4114800"/>
                </a:cubicBezTo>
                <a:lnTo>
                  <a:pt x="666750" y="4019550"/>
                </a:lnTo>
                <a:lnTo>
                  <a:pt x="285750" y="4362450"/>
                </a:lnTo>
                <a:close/>
              </a:path>
            </a:pathLst>
          </a:custGeom>
          <a:solidFill>
            <a:schemeClr val="tx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17D1F1-6A50-E203-393F-301731F0E1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208" y="2293899"/>
            <a:ext cx="3963208" cy="22293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67C5B7-9479-2E46-25A4-1165C4AA87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  <p:sp>
        <p:nvSpPr>
          <p:cNvPr id="2" name="Freeform: Shape 1">
            <a:hlinkClick r:id="rId8" action="ppaction://hlinksldjump"/>
            <a:extLst>
              <a:ext uri="{FF2B5EF4-FFF2-40B4-BE49-F238E27FC236}">
                <a16:creationId xmlns:a16="http://schemas.microsoft.com/office/drawing/2014/main" id="{586A5401-223E-C0CC-779F-D4B028967C51}"/>
              </a:ext>
            </a:extLst>
          </p:cNvPr>
          <p:cNvSpPr/>
          <p:nvPr/>
        </p:nvSpPr>
        <p:spPr>
          <a:xfrm>
            <a:off x="10839450" y="2628900"/>
            <a:ext cx="1362075" cy="4143375"/>
          </a:xfrm>
          <a:custGeom>
            <a:avLst/>
            <a:gdLst>
              <a:gd name="csX0" fmla="*/ 85725 w 1362075"/>
              <a:gd name="csY0" fmla="*/ 0 h 4143375"/>
              <a:gd name="csX1" fmla="*/ 1362075 w 1362075"/>
              <a:gd name="csY1" fmla="*/ 552450 h 4143375"/>
              <a:gd name="csX2" fmla="*/ 1362075 w 1362075"/>
              <a:gd name="csY2" fmla="*/ 4143375 h 4143375"/>
              <a:gd name="csX3" fmla="*/ 0 w 1362075"/>
              <a:gd name="csY3" fmla="*/ 3248025 h 4143375"/>
              <a:gd name="csX4" fmla="*/ 85725 w 1362075"/>
              <a:gd name="csY4" fmla="*/ 0 h 4143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62075" h="4143375">
                <a:moveTo>
                  <a:pt x="85725" y="0"/>
                </a:moveTo>
                <a:lnTo>
                  <a:pt x="1362075" y="552450"/>
                </a:lnTo>
                <a:lnTo>
                  <a:pt x="1362075" y="4143375"/>
                </a:lnTo>
                <a:lnTo>
                  <a:pt x="0" y="3248025"/>
                </a:lnTo>
                <a:lnTo>
                  <a:pt x="85725" y="0"/>
                </a:lnTo>
                <a:close/>
              </a:path>
            </a:pathLst>
          </a:custGeom>
          <a:solidFill>
            <a:schemeClr val="tx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2502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DAA1B-0987-F1F7-E125-E4BDC965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670E916-BF94-74C2-8A49-57B81A21F271}"/>
              </a:ext>
            </a:extLst>
          </p:cNvPr>
          <p:cNvGrpSpPr/>
          <p:nvPr/>
        </p:nvGrpSpPr>
        <p:grpSpPr>
          <a:xfrm>
            <a:off x="-18434" y="-20450"/>
            <a:ext cx="12276237" cy="6905383"/>
            <a:chOff x="-18434" y="-20450"/>
            <a:chExt cx="12276237" cy="69053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2811573-73F8-FDE3-521E-77C054B37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8434" y="-20450"/>
              <a:ext cx="12276237" cy="6905383"/>
            </a:xfrm>
            <a:prstGeom prst="rect">
              <a:avLst/>
            </a:prstGeom>
          </p:spPr>
        </p:pic>
        <p:pic>
          <p:nvPicPr>
            <p:cNvPr id="9" name="Picture 8">
              <a:hlinkClick r:id="rId4" action="ppaction://hlinksldjump"/>
              <a:extLst>
                <a:ext uri="{FF2B5EF4-FFF2-40B4-BE49-F238E27FC236}">
                  <a16:creationId xmlns:a16="http://schemas.microsoft.com/office/drawing/2014/main" id="{9B5172E6-450E-EE91-CF6A-89DB1E4CE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8437" t="37693" r="57656" b="50640"/>
            <a:stretch>
              <a:fillRect/>
            </a:stretch>
          </p:blipFill>
          <p:spPr>
            <a:xfrm rot="640040">
              <a:off x="4171950" y="5096358"/>
              <a:ext cx="513734" cy="141025"/>
            </a:xfrm>
            <a:prstGeom prst="rect">
              <a:avLst/>
            </a:prstGeom>
          </p:spPr>
        </p:pic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CCE7DA8-BAF5-2488-D2B2-96160F5337F1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8906F56-9B96-A3F0-BAF3-E69A35C16A56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8F364B-943C-9929-DB19-3E6985CD93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0AA179-839B-26A6-F680-E7C8632515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5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D8ED5-1071-B719-6EFB-2E2A2F5E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6533770-8300-35E6-C42A-1390E83B7FE4}"/>
              </a:ext>
            </a:extLst>
          </p:cNvPr>
          <p:cNvGrpSpPr/>
          <p:nvPr/>
        </p:nvGrpSpPr>
        <p:grpSpPr>
          <a:xfrm>
            <a:off x="-2658283" y="-8553771"/>
            <a:ext cx="33224288" cy="18688661"/>
            <a:chOff x="-18434" y="-20450"/>
            <a:chExt cx="12276237" cy="69053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C7BECD-97F9-E8E3-EA69-362906E5B1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8434" y="-20450"/>
              <a:ext cx="12276237" cy="690538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FC4F5FF-66E0-80D3-185D-FB099A8C4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8437" t="37693" r="57656" b="50640"/>
            <a:stretch>
              <a:fillRect/>
            </a:stretch>
          </p:blipFill>
          <p:spPr>
            <a:xfrm rot="640040">
              <a:off x="4171950" y="5096358"/>
              <a:ext cx="513734" cy="141025"/>
            </a:xfrm>
            <a:prstGeom prst="rect">
              <a:avLst/>
            </a:prstGeom>
          </p:spPr>
        </p:pic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DABCA9A-3794-21F4-A7D4-D2EB9C2A468D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EAFD46C-3175-1015-7284-CF549309C883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6FC356-FA95-1B9F-7F5D-CE2068A9F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A05091-C851-4898-A1FA-68504B2E54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2D44F10-C924-C190-7DA6-A868BC2A2F95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B6ADDDA-B4B6-A307-1E1A-E1D8B0ED6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1D7F93F-2BF1-32C4-59D5-4516E61CF5C7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A USB stick!</a:t>
              </a: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Wait there’s more…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87DA898-64D3-743D-F6AD-9B4ABCA95183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10" name="Pictur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D4AC337-6509-52AB-6630-1D3B182FA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0482CB-3230-DD16-7E84-3D6A9CB24299}"/>
                </a:ext>
              </a:extLst>
            </p:cNvPr>
            <p:cNvSpPr txBox="1"/>
            <p:nvPr/>
          </p:nvSpPr>
          <p:spPr>
            <a:xfrm>
              <a:off x="6841314" y="4842887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Okay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8358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3D064-5BB9-B633-EE59-9250F560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2601772-F666-A5A7-215A-1165C4567A28}"/>
              </a:ext>
            </a:extLst>
          </p:cNvPr>
          <p:cNvGrpSpPr/>
          <p:nvPr/>
        </p:nvGrpSpPr>
        <p:grpSpPr>
          <a:xfrm>
            <a:off x="-2658283" y="-8553771"/>
            <a:ext cx="33224288" cy="18688661"/>
            <a:chOff x="-18434" y="-20450"/>
            <a:chExt cx="12276237" cy="69053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D98C4F-04CD-AC84-58BC-36BA9EEB1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8434" y="-20450"/>
              <a:ext cx="12276237" cy="690538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DCBE29B-6683-5E4D-B1F3-65A344BC0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8437" t="37693" r="57656" b="50640"/>
            <a:stretch>
              <a:fillRect/>
            </a:stretch>
          </p:blipFill>
          <p:spPr>
            <a:xfrm rot="640040">
              <a:off x="4171950" y="5096358"/>
              <a:ext cx="513734" cy="141025"/>
            </a:xfrm>
            <a:prstGeom prst="rect">
              <a:avLst/>
            </a:prstGeom>
          </p:spPr>
        </p:pic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E909D57-DEA9-7086-6FE8-A4826FD0DF7D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DD0C68-49B4-6A22-979E-0357377C6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7" y="4469447"/>
            <a:ext cx="3611359" cy="203138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9C6A9CD-5142-6F0E-9605-0A7CB02DEFA8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4BADFC-4078-674D-0398-83AAF7CA0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pic>
        <p:nvPicPr>
          <p:cNvPr id="6" name="Picture 5">
            <a:hlinkClick r:id="rId7" action="ppaction://hlinksldjump"/>
            <a:extLst>
              <a:ext uri="{FF2B5EF4-FFF2-40B4-BE49-F238E27FC236}">
                <a16:creationId xmlns:a16="http://schemas.microsoft.com/office/drawing/2014/main" id="{5A8D710F-279C-FE7D-C058-D9019077979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FE8744F-B2B7-E4A1-C64A-84C59D16F86D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20C34EA-76EE-DBEF-494A-669C5904F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9E30049-A3E7-85B8-DD4B-E09F5B4F2002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Blood? Quick, be sure to take a picture!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3584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98658-FAD3-755B-BCFC-6D480B8A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D707B0E-A000-49A2-D3F4-6FDD79761633}"/>
              </a:ext>
            </a:extLst>
          </p:cNvPr>
          <p:cNvGrpSpPr/>
          <p:nvPr/>
        </p:nvGrpSpPr>
        <p:grpSpPr>
          <a:xfrm>
            <a:off x="-2658283" y="-8553771"/>
            <a:ext cx="33224288" cy="18688661"/>
            <a:chOff x="-18434" y="-20450"/>
            <a:chExt cx="12276237" cy="69053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CC84D15-FD6E-F0E5-FFFC-4EEB9E205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8434" y="-20450"/>
              <a:ext cx="12276237" cy="690538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1A88FF-FA2F-F564-1EB8-09B5EE64B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8437" t="37693" r="57656" b="50640"/>
            <a:stretch>
              <a:fillRect/>
            </a:stretch>
          </p:blipFill>
          <p:spPr>
            <a:xfrm rot="640040">
              <a:off x="4171950" y="5096358"/>
              <a:ext cx="513734" cy="141025"/>
            </a:xfrm>
            <a:prstGeom prst="rect">
              <a:avLst/>
            </a:prstGeom>
          </p:spPr>
        </p:pic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FE9E611-73EC-0457-263E-0A093DF3C3C8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7CCEBC3-5A84-22F4-4A2B-7DF8F07F7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7" y="4469447"/>
            <a:ext cx="3611359" cy="203138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06B2E1-F10D-3FCA-76B9-E00708033AE1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C63D5F-235C-2793-0E4E-0305003138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4CCCB1-0982-32B9-FC2E-AA9954B88D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022" t="9721" r="24219" b="14166"/>
          <a:stretch>
            <a:fillRect/>
          </a:stretch>
        </p:blipFill>
        <p:spPr>
          <a:xfrm>
            <a:off x="-2219712" y="6933729"/>
            <a:ext cx="1162823" cy="100051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D5AA611-3E81-CC87-DDB0-7F4F14C61E49}"/>
              </a:ext>
            </a:extLst>
          </p:cNvPr>
          <p:cNvGrpSpPr/>
          <p:nvPr/>
        </p:nvGrpSpPr>
        <p:grpSpPr>
          <a:xfrm>
            <a:off x="371475" y="247289"/>
            <a:ext cx="11886329" cy="6610711"/>
            <a:chOff x="371475" y="247289"/>
            <a:chExt cx="11886329" cy="661071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A518180-517B-F845-7D52-7454AAB65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6499" y="247289"/>
              <a:ext cx="11458037" cy="6445146"/>
            </a:xfrm>
            <a:prstGeom prst="rect">
              <a:avLst/>
            </a:prstGeom>
          </p:spPr>
        </p:pic>
        <p:sp>
          <p:nvSpPr>
            <p:cNvPr id="14" name="Rectangle 13">
              <a:hlinkClick r:id="rId9" action="ppaction://hlinksldjump"/>
              <a:extLst>
                <a:ext uri="{FF2B5EF4-FFF2-40B4-BE49-F238E27FC236}">
                  <a16:creationId xmlns:a16="http://schemas.microsoft.com/office/drawing/2014/main" id="{87742418-5186-1C8D-33B7-99F616EB24EE}"/>
                </a:ext>
              </a:extLst>
            </p:cNvPr>
            <p:cNvSpPr/>
            <p:nvPr/>
          </p:nvSpPr>
          <p:spPr>
            <a:xfrm>
              <a:off x="371475" y="581025"/>
              <a:ext cx="11886329" cy="6276975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4290286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CCBDF-0D23-1861-7C1E-DEBC656E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3D81CB-579B-B7E7-2D58-5CCD88C76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58283" y="-8553771"/>
            <a:ext cx="33224288" cy="18688661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14877FB-9810-DEF9-901C-A6EB2CC77B53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1B52BC4-051C-E1E5-CA99-52574A51E8CB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FA030F-D064-6C4A-77D8-D29C556A3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1B0427-A426-9BB2-4457-CA1A761534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500DDB7-8191-2F19-9F56-5D92BFD72E66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214085"/>
            <a:chExt cx="6858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3AB1B2B-F6B0-26F2-E41B-BF60BDDB0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C5C1EB6-2F88-8316-506A-C0434F8FF1CB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Where can I load this USB?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99A9BC3-E84E-7FA3-4975-E8B94042A017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10" name="Pictur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FC654BB-4BE5-6FED-B815-CE8B990B6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362FB6-ED36-3B77-D9D3-EC2320C85BDF}"/>
                </a:ext>
              </a:extLst>
            </p:cNvPr>
            <p:cNvSpPr txBox="1"/>
            <p:nvPr/>
          </p:nvSpPr>
          <p:spPr>
            <a:xfrm>
              <a:off x="6841314" y="4842887"/>
              <a:ext cx="9476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Okay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71D9793-1F44-5E96-359D-77B0C6AFA1A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437" t="37693" r="57656" b="50640"/>
          <a:stretch>
            <a:fillRect/>
          </a:stretch>
        </p:blipFill>
        <p:spPr>
          <a:xfrm rot="640040">
            <a:off x="4324801" y="3924297"/>
            <a:ext cx="1390365" cy="3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40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731C-0069-0A3C-C41A-DF62F69A3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4794E35-6F39-27B6-6EBC-BB7DBDAF9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69E0077-9D2C-2003-D3F9-241CFF035011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1008680-79FC-6C7C-92BB-EC38228ED6AC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4283E5-E074-2140-F77B-E4468E2B8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78BBCF-B945-712B-548F-3A390EA7C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208" y="2293899"/>
            <a:ext cx="3963208" cy="2229305"/>
          </a:xfrm>
          <a:prstGeom prst="rect">
            <a:avLst/>
          </a:prstGeom>
        </p:spPr>
      </p:pic>
      <p:pic>
        <p:nvPicPr>
          <p:cNvPr id="6" name="Picture 5">
            <a:hlinkClick r:id="rId6" action="ppaction://hlinksldjump"/>
            <a:extLst>
              <a:ext uri="{FF2B5EF4-FFF2-40B4-BE49-F238E27FC236}">
                <a16:creationId xmlns:a16="http://schemas.microsoft.com/office/drawing/2014/main" id="{095B4442-6F35-404B-2E61-1841655C8AE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1BF603-DC2C-BA1D-DE91-BA8D7B25BFB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2000"/>
          </a:blip>
          <a:srcRect/>
          <a:stretch/>
        </p:blipFill>
        <p:spPr>
          <a:xfrm rot="16200000">
            <a:off x="6113105" y="1338877"/>
            <a:ext cx="5687993" cy="262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423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2D438-AF73-8DAB-7CFA-1ABAE008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603F96C-C12B-9434-9B4D-9557F2938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EE29F4B-EA79-4821-46A5-0F51B1A65D0D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C6476FE-3AE6-7E60-E6B6-CD9856A3DA41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BA7FA6-2B53-AD4E-420B-426B076F3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74F721-2DE5-022E-9FA8-7C7D9F7AE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208" y="2293899"/>
            <a:ext cx="3963208" cy="2229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43FAA4-D8A1-0946-0375-0A30473A8AA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2000"/>
          </a:blip>
          <a:srcRect/>
          <a:stretch/>
        </p:blipFill>
        <p:spPr>
          <a:xfrm rot="16200000">
            <a:off x="6113105" y="1338877"/>
            <a:ext cx="5687993" cy="2626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8C8E17-3616-8166-E406-9F6BC58DDF7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022" t="9721" r="24219" b="14166"/>
          <a:stretch>
            <a:fillRect/>
          </a:stretch>
        </p:blipFill>
        <p:spPr>
          <a:xfrm>
            <a:off x="-2219712" y="6933729"/>
            <a:ext cx="1162823" cy="100051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7D6C2E3-E0D1-4E49-995F-3909DE3DCC98}"/>
              </a:ext>
            </a:extLst>
          </p:cNvPr>
          <p:cNvGrpSpPr/>
          <p:nvPr/>
        </p:nvGrpSpPr>
        <p:grpSpPr>
          <a:xfrm>
            <a:off x="371475" y="247289"/>
            <a:ext cx="11886329" cy="6610711"/>
            <a:chOff x="371475" y="247289"/>
            <a:chExt cx="11886329" cy="661071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F995D2B-CE46-2FE1-6AD6-90258A8C4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6499" y="247289"/>
              <a:ext cx="11458037" cy="6445146"/>
            </a:xfrm>
            <a:prstGeom prst="rect">
              <a:avLst/>
            </a:prstGeom>
          </p:spPr>
        </p:pic>
        <p:sp>
          <p:nvSpPr>
            <p:cNvPr id="16" name="Rectangle 1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6353BF6-1017-335D-2EA7-EC4E5127591C}"/>
                </a:ext>
              </a:extLst>
            </p:cNvPr>
            <p:cNvSpPr/>
            <p:nvPr/>
          </p:nvSpPr>
          <p:spPr>
            <a:xfrm>
              <a:off x="371475" y="581025"/>
              <a:ext cx="11886329" cy="6276975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346331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3AC8-9939-7CBE-E93E-2BD2F95A6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98141D0-081F-41D9-C4B3-48E206E0C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136F122-C5E1-584E-2DF8-4ACC85597485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B0FEC7-395B-A2E6-84D4-8287EFE6722A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0FE3FA-642F-E698-91CA-3AD4C75D3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9C19A34-5307-362E-9D9C-969FCA0BB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208" y="2293899"/>
            <a:ext cx="3963208" cy="2229305"/>
          </a:xfrm>
          <a:prstGeom prst="rect">
            <a:avLst/>
          </a:prstGeom>
        </p:spPr>
      </p:pic>
      <p:pic>
        <p:nvPicPr>
          <p:cNvPr id="6" name="Picture 5">
            <a:hlinkClick r:id="rId6" action="ppaction://hlinksldjump"/>
            <a:extLst>
              <a:ext uri="{FF2B5EF4-FFF2-40B4-BE49-F238E27FC236}">
                <a16:creationId xmlns:a16="http://schemas.microsoft.com/office/drawing/2014/main" id="{76B29DB8-0CF3-D710-39AA-905B32BD08A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85D94B-D498-10C6-587F-473B7208A85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5000"/>
          </a:blip>
          <a:stretch>
            <a:fillRect/>
          </a:stretch>
        </p:blipFill>
        <p:spPr>
          <a:xfrm>
            <a:off x="-238458" y="-209916"/>
            <a:ext cx="12849558" cy="7170423"/>
          </a:xfrm>
          <a:prstGeom prst="rect">
            <a:avLst/>
          </a:prstGeom>
        </p:spPr>
      </p:pic>
      <p:pic>
        <p:nvPicPr>
          <p:cNvPr id="9" name="Picture 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85B192B-FDA1-B737-B8F1-808A1D31A9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27729" y="184325"/>
            <a:ext cx="12419729" cy="698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1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6861D-F231-844C-4826-70C1E2ED4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31D90F2-78E8-7CCE-0B83-E83986AE4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4639D32-6615-86F4-4443-F50EEEC614EA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A5F1A2-0DB6-494A-220E-1596A90432AD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F07D0D-79C0-9275-86DE-BC32BD1AD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89303C-2031-7C2F-182D-AC8319900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208" y="2293899"/>
            <a:ext cx="3963208" cy="2229305"/>
          </a:xfrm>
          <a:prstGeom prst="rect">
            <a:avLst/>
          </a:prstGeom>
        </p:spPr>
      </p:pic>
      <p:pic>
        <p:nvPicPr>
          <p:cNvPr id="6" name="Picture 5">
            <a:hlinkClick r:id="rId6" action="ppaction://hlinksldjump"/>
            <a:extLst>
              <a:ext uri="{FF2B5EF4-FFF2-40B4-BE49-F238E27FC236}">
                <a16:creationId xmlns:a16="http://schemas.microsoft.com/office/drawing/2014/main" id="{A65A0F42-BC0B-E419-8DD7-4D58CFBD518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DFF18B-719E-697B-B7EE-4B597ABFF59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5000"/>
          </a:blip>
          <a:stretch>
            <a:fillRect/>
          </a:stretch>
        </p:blipFill>
        <p:spPr>
          <a:xfrm>
            <a:off x="-238458" y="-209916"/>
            <a:ext cx="12849558" cy="7170423"/>
          </a:xfrm>
          <a:prstGeom prst="rect">
            <a:avLst/>
          </a:prstGeom>
        </p:spPr>
      </p:pic>
      <p:sp>
        <p:nvSpPr>
          <p:cNvPr id="2" name="Freeform: Shape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A3CB625-93CB-907E-B15F-95774FBCCD30}"/>
              </a:ext>
            </a:extLst>
          </p:cNvPr>
          <p:cNvSpPr/>
          <p:nvPr/>
        </p:nvSpPr>
        <p:spPr>
          <a:xfrm>
            <a:off x="2000250" y="2105025"/>
            <a:ext cx="1771650" cy="2390775"/>
          </a:xfrm>
          <a:custGeom>
            <a:avLst/>
            <a:gdLst>
              <a:gd name="csX0" fmla="*/ 9525 w 1771650"/>
              <a:gd name="csY0" fmla="*/ 295275 h 2390775"/>
              <a:gd name="csX1" fmla="*/ 1771650 w 1771650"/>
              <a:gd name="csY1" fmla="*/ 0 h 2390775"/>
              <a:gd name="csX2" fmla="*/ 1771650 w 1771650"/>
              <a:gd name="csY2" fmla="*/ 1847850 h 2390775"/>
              <a:gd name="csX3" fmla="*/ 0 w 1771650"/>
              <a:gd name="csY3" fmla="*/ 2390775 h 2390775"/>
              <a:gd name="csX4" fmla="*/ 9525 w 1771650"/>
              <a:gd name="csY4" fmla="*/ 295275 h 23907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71650" h="2390775">
                <a:moveTo>
                  <a:pt x="9525" y="295275"/>
                </a:moveTo>
                <a:lnTo>
                  <a:pt x="1771650" y="0"/>
                </a:lnTo>
                <a:lnTo>
                  <a:pt x="1771650" y="1847850"/>
                </a:lnTo>
                <a:lnTo>
                  <a:pt x="0" y="2390775"/>
                </a:lnTo>
                <a:lnTo>
                  <a:pt x="9525" y="295275"/>
                </a:lnTo>
                <a:close/>
              </a:path>
            </a:pathLst>
          </a:custGeom>
          <a:solidFill>
            <a:schemeClr val="tx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75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EF5FD-4748-029B-FE61-FCF8DAFBD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1C93A0C-0A2A-8AB7-EB79-63764A478CEF}"/>
              </a:ext>
            </a:extLst>
          </p:cNvPr>
          <p:cNvGrpSpPr/>
          <p:nvPr/>
        </p:nvGrpSpPr>
        <p:grpSpPr>
          <a:xfrm>
            <a:off x="-1395147" y="-709248"/>
            <a:ext cx="13904938" cy="8680782"/>
            <a:chOff x="-1395147" y="-709248"/>
            <a:chExt cx="13904938" cy="8680782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49F0DC4-62F9-8D8A-7A54-30646A99C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63000"/>
            </a:blip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27F7405-5FA9-3819-59E4-6170B3EBD7D1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D0F27F8B-D031-D4F0-9C3F-4EC008BAED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63000"/>
              </a:blip>
              <a:stretch>
                <a:fillRect/>
              </a:stretch>
            </p:blipFill>
            <p:spPr>
              <a:xfrm>
                <a:off x="-459415" y="-709248"/>
                <a:ext cx="12969206" cy="8680782"/>
              </a:xfrm>
              <a:prstGeom prst="rect">
                <a:avLst/>
              </a:prstGeom>
            </p:spPr>
          </p:pic>
          <p:pic>
            <p:nvPicPr>
              <p:cNvPr id="27" name="Picture 2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448A4198-C8EB-88D4-4CF8-C7DCBBD4B1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 amt="63000"/>
              </a:blip>
              <a:stretch>
                <a:fillRect/>
              </a:stretch>
            </p:blipFill>
            <p:spPr>
              <a:xfrm>
                <a:off x="5096933" y="123825"/>
                <a:ext cx="1998133" cy="1123950"/>
              </a:xfrm>
              <a:prstGeom prst="rect">
                <a:avLst/>
              </a:prstGeom>
            </p:spPr>
          </p:pic>
          <p:pic>
            <p:nvPicPr>
              <p:cNvPr id="28" name="Picture 2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85880AE1-E7CC-6770-623B-AF08A20CD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alphaModFix amt="63000"/>
              </a:blip>
              <a:stretch>
                <a:fillRect/>
              </a:stretch>
            </p:blipFill>
            <p:spPr>
              <a:xfrm>
                <a:off x="4019550" y="771160"/>
                <a:ext cx="3877733" cy="2181225"/>
              </a:xfrm>
              <a:prstGeom prst="rect">
                <a:avLst/>
              </a:prstGeom>
            </p:spPr>
          </p:pic>
          <p:pic>
            <p:nvPicPr>
              <p:cNvPr id="29" name="Picture 2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B749FAC7-0DE5-FFC0-8327-8D054E7ED2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alphaModFix amt="63000"/>
              </a:blip>
              <a:stretch>
                <a:fillRect/>
              </a:stretch>
            </p:blipFill>
            <p:spPr>
              <a:xfrm>
                <a:off x="3767891" y="939471"/>
                <a:ext cx="6096000" cy="3429000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B8C0D25F-B7CD-BB3D-0B44-171771EC7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alphaModFix amt="63000"/>
              </a:blip>
              <a:srcRect r="43742"/>
              <a:stretch>
                <a:fillRect/>
              </a:stretch>
            </p:blipFill>
            <p:spPr>
              <a:xfrm>
                <a:off x="-1395147" y="1861772"/>
                <a:ext cx="5414697" cy="5413920"/>
              </a:xfrm>
              <a:prstGeom prst="rect">
                <a:avLst/>
              </a:prstGeom>
            </p:spPr>
          </p:pic>
          <p:pic>
            <p:nvPicPr>
              <p:cNvPr id="31" name="Picture 30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A7D9E12-8680-964F-959C-93235C0195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alphaModFix amt="63000"/>
              </a:blip>
              <a:srcRect l="14707" r="54089"/>
              <a:stretch>
                <a:fillRect/>
              </a:stretch>
            </p:blipFill>
            <p:spPr>
              <a:xfrm flipH="1">
                <a:off x="10580828" y="2258352"/>
                <a:ext cx="1611172" cy="2904383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A4DD93C-5608-D56E-A865-58929B35FF93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58BFE2-11B9-9476-01EC-C47BAF65B87C}"/>
              </a:ext>
            </a:extLst>
          </p:cNvPr>
          <p:cNvGrpSpPr/>
          <p:nvPr/>
        </p:nvGrpSpPr>
        <p:grpSpPr>
          <a:xfrm>
            <a:off x="-448065" y="558546"/>
            <a:ext cx="13178645" cy="7412988"/>
            <a:chOff x="-564135" y="355662"/>
            <a:chExt cx="13178645" cy="741298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8A5F4F4-6676-2CDF-C3DE-7752D739F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564135" y="355662"/>
              <a:ext cx="13178645" cy="741298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FF4DE61-052E-6927-5B32-C4E78BDDF12E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… Why do I feel so agitated?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16A6B6A-FF45-9BBB-3741-06726336E9CB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44000"/>
          </a:blip>
          <a:stretch>
            <a:fillRect/>
          </a:stretch>
        </p:blipFill>
        <p:spPr>
          <a:xfrm>
            <a:off x="-1608218" y="355662"/>
            <a:ext cx="6096000" cy="34290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012ACCC-C60D-1D47-F110-E3540E7416F0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33" name="Picture 3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3DAA200D-9D69-32A9-2AD4-9B27522F2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6520732-C3DE-8E19-F911-7CCCF7005C83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7EEBCCD-AAEB-8901-ADB0-81E662BFD4AA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82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E048-A67F-0944-21D6-082F8976E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DFFF687-603E-F2FC-A034-8EAE4EEAE3DC}"/>
              </a:ext>
            </a:extLst>
          </p:cNvPr>
          <p:cNvGrpSpPr/>
          <p:nvPr/>
        </p:nvGrpSpPr>
        <p:grpSpPr>
          <a:xfrm>
            <a:off x="-1395147" y="0"/>
            <a:ext cx="13587147" cy="7275692"/>
            <a:chOff x="-1395147" y="0"/>
            <a:chExt cx="13587147" cy="727569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5F7015C-A479-E548-4267-DDF4BFA4998F}"/>
                </a:ext>
              </a:extLst>
            </p:cNvPr>
            <p:cNvGrpSpPr/>
            <p:nvPr/>
          </p:nvGrpSpPr>
          <p:grpSpPr>
            <a:xfrm>
              <a:off x="-1395147" y="0"/>
              <a:ext cx="13587147" cy="7275692"/>
              <a:chOff x="-1395147" y="0"/>
              <a:chExt cx="13587147" cy="7275692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B812E25D-BB69-D106-DE70-FAAA077804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2ACE768-6135-224C-90C3-9885040A6EEC}"/>
                  </a:ext>
                </a:extLst>
              </p:cNvPr>
              <p:cNvGrpSpPr/>
              <p:nvPr/>
            </p:nvGrpSpPr>
            <p:grpSpPr>
              <a:xfrm>
                <a:off x="-1395147" y="123825"/>
                <a:ext cx="11259038" cy="7151867"/>
                <a:chOff x="-1395147" y="123825"/>
                <a:chExt cx="11259038" cy="7151867"/>
              </a:xfrm>
            </p:grpSpPr>
            <p:pic>
              <p:nvPicPr>
                <p:cNvPr id="7" name="Picture 6">
                  <a:hlinkClick r:id="rId4" action="ppaction://hlinksldjump"/>
                  <a:extLst>
                    <a:ext uri="{FF2B5EF4-FFF2-40B4-BE49-F238E27FC236}">
                      <a16:creationId xmlns:a16="http://schemas.microsoft.com/office/drawing/2014/main" id="{46F602E6-3782-5024-BB38-6DEEFC6DC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96933" y="123825"/>
                  <a:ext cx="1998133" cy="1123950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hlinkClick r:id="rId6" action="ppaction://hlinksldjump"/>
                  <a:extLst>
                    <a:ext uri="{FF2B5EF4-FFF2-40B4-BE49-F238E27FC236}">
                      <a16:creationId xmlns:a16="http://schemas.microsoft.com/office/drawing/2014/main" id="{B8AF1751-BEF8-D361-80FE-4EED274368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19550" y="771160"/>
                  <a:ext cx="3877733" cy="2181225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hlinkClick r:id="rId8" action="ppaction://hlinksldjump"/>
                  <a:extLst>
                    <a:ext uri="{FF2B5EF4-FFF2-40B4-BE49-F238E27FC236}">
                      <a16:creationId xmlns:a16="http://schemas.microsoft.com/office/drawing/2014/main" id="{F2117626-46F2-4CBE-B65E-F5FC2359F8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67891" y="939471"/>
                  <a:ext cx="6096000" cy="3429000"/>
                </a:xfrm>
                <a:prstGeom prst="rect">
                  <a:avLst/>
                </a:prstGeom>
              </p:spPr>
            </p:pic>
            <p:pic>
              <p:nvPicPr>
                <p:cNvPr id="4" name="Picture 3">
                  <a:hlinkClick r:id="rId10" action="ppaction://hlinksldjump"/>
                  <a:extLst>
                    <a:ext uri="{FF2B5EF4-FFF2-40B4-BE49-F238E27FC236}">
                      <a16:creationId xmlns:a16="http://schemas.microsoft.com/office/drawing/2014/main" id="{03FEBC1B-A6DD-283A-900C-188A4D3172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rcRect r="43742"/>
                <a:stretch>
                  <a:fillRect/>
                </a:stretch>
              </p:blipFill>
              <p:spPr>
                <a:xfrm>
                  <a:off x="-1395147" y="1861772"/>
                  <a:ext cx="5414697" cy="54139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5" name="Picture 4">
              <a:hlinkClick r:id="rId12" action="ppaction://hlinksldjump"/>
              <a:extLst>
                <a:ext uri="{FF2B5EF4-FFF2-40B4-BE49-F238E27FC236}">
                  <a16:creationId xmlns:a16="http://schemas.microsoft.com/office/drawing/2014/main" id="{8AFE785E-1F64-6DEC-09EE-E660FAD7A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4707" r="54089"/>
            <a:stretch>
              <a:fillRect/>
            </a:stretch>
          </p:blipFill>
          <p:spPr>
            <a:xfrm flipH="1">
              <a:off x="10580828" y="2258352"/>
              <a:ext cx="1611172" cy="290438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95A1BA2-484D-6CD6-EF2F-640A56047E53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4" action="ppaction://hlinksldjump"/>
            <a:extLst>
              <a:ext uri="{FF2B5EF4-FFF2-40B4-BE49-F238E27FC236}">
                <a16:creationId xmlns:a16="http://schemas.microsoft.com/office/drawing/2014/main" id="{EA4516F6-2C95-E0E5-D27A-5B4E839F0DE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8728441" flipH="1">
            <a:off x="5250688" y="2687029"/>
            <a:ext cx="749289" cy="74721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383D2A3-3C66-E003-B4D5-1A07A23CA2CF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BE02F2-7B4E-1DE4-7D3F-AFC9D0EEDBE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38075" t="50000" r="48592" b="37729"/>
          <a:stretch>
            <a:fillRect/>
          </a:stretch>
        </p:blipFill>
        <p:spPr>
          <a:xfrm>
            <a:off x="7787441" y="2258353"/>
            <a:ext cx="2076450" cy="107495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83F97199-D327-720C-8B05-508E13004DFB}"/>
              </a:ext>
            </a:extLst>
          </p:cNvPr>
          <p:cNvGrpSpPr/>
          <p:nvPr/>
        </p:nvGrpSpPr>
        <p:grpSpPr>
          <a:xfrm>
            <a:off x="-1395147" y="-709248"/>
            <a:ext cx="13904938" cy="8680782"/>
            <a:chOff x="-1395147" y="-709248"/>
            <a:chExt cx="13904938" cy="8680782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0A529E0-7926-C28F-025B-85B5513D6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63000"/>
            </a:blip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E2E7651-2FE4-F6F3-C8C8-69C267D3943A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E1C7F080-D3AE-EEF4-52A9-2134A6EA7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alphaModFix amt="63000"/>
              </a:blip>
              <a:stretch>
                <a:fillRect/>
              </a:stretch>
            </p:blipFill>
            <p:spPr>
              <a:xfrm>
                <a:off x="-459415" y="-709248"/>
                <a:ext cx="12969206" cy="8680782"/>
              </a:xfrm>
              <a:prstGeom prst="rect">
                <a:avLst/>
              </a:prstGeom>
            </p:spPr>
          </p:pic>
          <p:pic>
            <p:nvPicPr>
              <p:cNvPr id="41" name="Picture 40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66BBEDD0-4F01-76C4-47C0-AC6C2C0A10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63000"/>
              </a:blip>
              <a:stretch>
                <a:fillRect/>
              </a:stretch>
            </p:blipFill>
            <p:spPr>
              <a:xfrm>
                <a:off x="5096933" y="123825"/>
                <a:ext cx="1998133" cy="1123950"/>
              </a:xfrm>
              <a:prstGeom prst="rect">
                <a:avLst/>
              </a:prstGeom>
            </p:spPr>
          </p:pic>
          <p:pic>
            <p:nvPicPr>
              <p:cNvPr id="42" name="Picture 41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D85FD17D-4B38-9AFA-B9F8-055439B76F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 amt="63000"/>
              </a:blip>
              <a:stretch>
                <a:fillRect/>
              </a:stretch>
            </p:blipFill>
            <p:spPr>
              <a:xfrm>
                <a:off x="4019550" y="771160"/>
                <a:ext cx="3877733" cy="2181225"/>
              </a:xfrm>
              <a:prstGeom prst="rect">
                <a:avLst/>
              </a:prstGeom>
            </p:spPr>
          </p:pic>
          <p:pic>
            <p:nvPicPr>
              <p:cNvPr id="43" name="Picture 42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013057EE-3CAA-CFBA-BA68-B567D48BB8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alphaModFix amt="63000"/>
              </a:blip>
              <a:stretch>
                <a:fillRect/>
              </a:stretch>
            </p:blipFill>
            <p:spPr>
              <a:xfrm>
                <a:off x="3767891" y="939471"/>
                <a:ext cx="6096000" cy="3429000"/>
              </a:xfrm>
              <a:prstGeom prst="rect">
                <a:avLst/>
              </a:prstGeom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EDE13933-DE69-366B-89DB-BC83496BE4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alphaModFix amt="63000"/>
              </a:blip>
              <a:srcRect r="43742"/>
              <a:stretch>
                <a:fillRect/>
              </a:stretch>
            </p:blipFill>
            <p:spPr>
              <a:xfrm>
                <a:off x="-1395147" y="1861772"/>
                <a:ext cx="5414697" cy="5413920"/>
              </a:xfrm>
              <a:prstGeom prst="rect">
                <a:avLst/>
              </a:prstGeom>
            </p:spPr>
          </p:pic>
          <p:pic>
            <p:nvPicPr>
              <p:cNvPr id="45" name="Picture 44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907CEDC1-1A48-B591-9512-6DA9EAE8EA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alphaModFix amt="63000"/>
              </a:blip>
              <a:srcRect l="14707" r="54089"/>
              <a:stretch>
                <a:fillRect/>
              </a:stretch>
            </p:blipFill>
            <p:spPr>
              <a:xfrm flipH="1">
                <a:off x="10580828" y="2258352"/>
                <a:ext cx="1611172" cy="2904383"/>
              </a:xfrm>
              <a:prstGeom prst="rect">
                <a:avLst/>
              </a:prstGeom>
            </p:spPr>
          </p:pic>
        </p:grp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1ED469E4-92A3-7E27-78BA-B05709029385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 amt="44000"/>
          </a:blip>
          <a:srcRect l="26381" t="55488" r="50870" b="17316"/>
          <a:stretch>
            <a:fillRect/>
          </a:stretch>
        </p:blipFill>
        <p:spPr>
          <a:xfrm>
            <a:off x="0" y="2258352"/>
            <a:ext cx="1386773" cy="932523"/>
          </a:xfrm>
          <a:prstGeom prst="rect">
            <a:avLst/>
          </a:prstGeom>
        </p:spPr>
      </p:pic>
      <p:pic>
        <p:nvPicPr>
          <p:cNvPr id="49" name="Picture 4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FAA03D9-26FC-2488-CC97-72D97D40B7B9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11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27B24-B635-FB27-B890-CF853CA9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1BAC108-2433-3404-C454-A19BDAAFF47E}"/>
              </a:ext>
            </a:extLst>
          </p:cNvPr>
          <p:cNvGrpSpPr/>
          <p:nvPr/>
        </p:nvGrpSpPr>
        <p:grpSpPr>
          <a:xfrm>
            <a:off x="-1395147" y="0"/>
            <a:ext cx="13587147" cy="7275692"/>
            <a:chOff x="-1395147" y="0"/>
            <a:chExt cx="13587147" cy="727569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CEA7133-5B1B-7651-C94B-C3D9CE6EAFF5}"/>
                </a:ext>
              </a:extLst>
            </p:cNvPr>
            <p:cNvGrpSpPr/>
            <p:nvPr/>
          </p:nvGrpSpPr>
          <p:grpSpPr>
            <a:xfrm>
              <a:off x="-1395147" y="0"/>
              <a:ext cx="13587147" cy="7275692"/>
              <a:chOff x="-1395147" y="0"/>
              <a:chExt cx="13587147" cy="7275692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38527903-B44E-4550-B0BF-9AAAE7DA2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D466984-E9BA-17A3-F33F-C490BAEC84D5}"/>
                  </a:ext>
                </a:extLst>
              </p:cNvPr>
              <p:cNvGrpSpPr/>
              <p:nvPr/>
            </p:nvGrpSpPr>
            <p:grpSpPr>
              <a:xfrm>
                <a:off x="-1395147" y="123825"/>
                <a:ext cx="11259038" cy="7151867"/>
                <a:chOff x="-1395147" y="123825"/>
                <a:chExt cx="11259038" cy="7151867"/>
              </a:xfrm>
            </p:grpSpPr>
            <p:pic>
              <p:nvPicPr>
                <p:cNvPr id="7" name="Picture 6">
                  <a:hlinkClick r:id="rId4" action="ppaction://hlinksldjump"/>
                  <a:extLst>
                    <a:ext uri="{FF2B5EF4-FFF2-40B4-BE49-F238E27FC236}">
                      <a16:creationId xmlns:a16="http://schemas.microsoft.com/office/drawing/2014/main" id="{2084942C-3BAC-E147-6C5D-03DC894289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96933" y="123825"/>
                  <a:ext cx="1998133" cy="1123950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hlinkClick r:id="rId6" action="ppaction://hlinksldjump"/>
                  <a:extLst>
                    <a:ext uri="{FF2B5EF4-FFF2-40B4-BE49-F238E27FC236}">
                      <a16:creationId xmlns:a16="http://schemas.microsoft.com/office/drawing/2014/main" id="{0DBFD1B6-B692-6071-961A-F61C838F9A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19550" y="771160"/>
                  <a:ext cx="3877733" cy="2181225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hlinkClick r:id="rId8" action="ppaction://hlinksldjump"/>
                  <a:extLst>
                    <a:ext uri="{FF2B5EF4-FFF2-40B4-BE49-F238E27FC236}">
                      <a16:creationId xmlns:a16="http://schemas.microsoft.com/office/drawing/2014/main" id="{33CB29AF-4EF3-26A8-55C5-EE25B277C0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67891" y="939471"/>
                  <a:ext cx="6096000" cy="3429000"/>
                </a:xfrm>
                <a:prstGeom prst="rect">
                  <a:avLst/>
                </a:prstGeom>
              </p:spPr>
            </p:pic>
            <p:pic>
              <p:nvPicPr>
                <p:cNvPr id="4" name="Picture 3">
                  <a:hlinkClick r:id="rId10" action="ppaction://hlinksldjump"/>
                  <a:extLst>
                    <a:ext uri="{FF2B5EF4-FFF2-40B4-BE49-F238E27FC236}">
                      <a16:creationId xmlns:a16="http://schemas.microsoft.com/office/drawing/2014/main" id="{4A4596E2-9FD5-2031-4E15-BB3EB7027E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rcRect r="43742"/>
                <a:stretch>
                  <a:fillRect/>
                </a:stretch>
              </p:blipFill>
              <p:spPr>
                <a:xfrm>
                  <a:off x="-1395147" y="1861772"/>
                  <a:ext cx="5414697" cy="54139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5" name="Picture 4">
              <a:hlinkClick r:id="rId12" action="ppaction://hlinksldjump"/>
              <a:extLst>
                <a:ext uri="{FF2B5EF4-FFF2-40B4-BE49-F238E27FC236}">
                  <a16:creationId xmlns:a16="http://schemas.microsoft.com/office/drawing/2014/main" id="{3D50765C-1C11-6015-8C4B-F0E56592AE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4707" r="54089"/>
            <a:stretch>
              <a:fillRect/>
            </a:stretch>
          </p:blipFill>
          <p:spPr>
            <a:xfrm flipH="1">
              <a:off x="10580828" y="2258352"/>
              <a:ext cx="1611172" cy="290438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7A71FE2-3960-2F61-1B31-D24722B43923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4" action="ppaction://hlinksldjump"/>
            <a:extLst>
              <a:ext uri="{FF2B5EF4-FFF2-40B4-BE49-F238E27FC236}">
                <a16:creationId xmlns:a16="http://schemas.microsoft.com/office/drawing/2014/main" id="{50091F57-8EA5-3569-B42E-E647898B32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8728441" flipH="1">
            <a:off x="5250688" y="2687029"/>
            <a:ext cx="749289" cy="74721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B4A53F2-009A-2BD0-CAE8-87F60980AE3F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2CD5A4-6C2D-E56C-82D4-8ADF5FDD3C84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38075" t="50000" r="48592" b="37729"/>
          <a:stretch>
            <a:fillRect/>
          </a:stretch>
        </p:blipFill>
        <p:spPr>
          <a:xfrm>
            <a:off x="7787441" y="2258353"/>
            <a:ext cx="2076450" cy="107495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59F55AFC-248F-02F8-BFE6-CB1FC6C02321}"/>
              </a:ext>
            </a:extLst>
          </p:cNvPr>
          <p:cNvGrpSpPr/>
          <p:nvPr/>
        </p:nvGrpSpPr>
        <p:grpSpPr>
          <a:xfrm>
            <a:off x="-1395147" y="-709248"/>
            <a:ext cx="13904938" cy="8680782"/>
            <a:chOff x="-1395147" y="-709248"/>
            <a:chExt cx="13904938" cy="8680782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A991004-9E27-188F-C3D9-80B3686CF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63000"/>
            </a:blip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0205159-DD75-AD43-D550-529CD26428E0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D7C0BE3C-32CD-6360-44BE-6C453D75FE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alphaModFix amt="63000"/>
              </a:blip>
              <a:stretch>
                <a:fillRect/>
              </a:stretch>
            </p:blipFill>
            <p:spPr>
              <a:xfrm>
                <a:off x="-459415" y="-709248"/>
                <a:ext cx="12969206" cy="8680782"/>
              </a:xfrm>
              <a:prstGeom prst="rect">
                <a:avLst/>
              </a:prstGeom>
            </p:spPr>
          </p:pic>
          <p:pic>
            <p:nvPicPr>
              <p:cNvPr id="41" name="Picture 40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49D4C2B9-C5EC-E061-8E0F-8FA5FDC456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63000"/>
              </a:blip>
              <a:stretch>
                <a:fillRect/>
              </a:stretch>
            </p:blipFill>
            <p:spPr>
              <a:xfrm>
                <a:off x="5096933" y="123825"/>
                <a:ext cx="1998133" cy="1123950"/>
              </a:xfrm>
              <a:prstGeom prst="rect">
                <a:avLst/>
              </a:prstGeom>
            </p:spPr>
          </p:pic>
          <p:pic>
            <p:nvPicPr>
              <p:cNvPr id="42" name="Picture 41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B6D328AB-A61B-780E-C0A5-8EA65A682C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 amt="63000"/>
              </a:blip>
              <a:stretch>
                <a:fillRect/>
              </a:stretch>
            </p:blipFill>
            <p:spPr>
              <a:xfrm>
                <a:off x="4019550" y="771160"/>
                <a:ext cx="3877733" cy="2181225"/>
              </a:xfrm>
              <a:prstGeom prst="rect">
                <a:avLst/>
              </a:prstGeom>
            </p:spPr>
          </p:pic>
          <p:pic>
            <p:nvPicPr>
              <p:cNvPr id="43" name="Picture 42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CB3337B5-60F5-A8F1-6AB3-922BE7D97C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alphaModFix amt="63000"/>
              </a:blip>
              <a:stretch>
                <a:fillRect/>
              </a:stretch>
            </p:blipFill>
            <p:spPr>
              <a:xfrm>
                <a:off x="3767891" y="939471"/>
                <a:ext cx="6096000" cy="3429000"/>
              </a:xfrm>
              <a:prstGeom prst="rect">
                <a:avLst/>
              </a:prstGeom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6CF37BEA-6008-AD6A-6FF6-E0A8860AD3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alphaModFix amt="63000"/>
              </a:blip>
              <a:srcRect r="43742"/>
              <a:stretch>
                <a:fillRect/>
              </a:stretch>
            </p:blipFill>
            <p:spPr>
              <a:xfrm>
                <a:off x="-1395147" y="1861772"/>
                <a:ext cx="5414697" cy="5413920"/>
              </a:xfrm>
              <a:prstGeom prst="rect">
                <a:avLst/>
              </a:prstGeom>
            </p:spPr>
          </p:pic>
          <p:pic>
            <p:nvPicPr>
              <p:cNvPr id="45" name="Picture 44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3831F518-CDE9-69CC-2386-F49C04321A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alphaModFix amt="63000"/>
              </a:blip>
              <a:srcRect l="14707" r="54089"/>
              <a:stretch>
                <a:fillRect/>
              </a:stretch>
            </p:blipFill>
            <p:spPr>
              <a:xfrm flipH="1">
                <a:off x="10580828" y="2258352"/>
                <a:ext cx="1611172" cy="2904383"/>
              </a:xfrm>
              <a:prstGeom prst="rect">
                <a:avLst/>
              </a:prstGeom>
            </p:spPr>
          </p:pic>
        </p:grp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C95328D4-22E5-CEA3-02CC-22DA95456B69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 amt="44000"/>
          </a:blip>
          <a:srcRect l="26381" t="55488" r="50870" b="17316"/>
          <a:stretch>
            <a:fillRect/>
          </a:stretch>
        </p:blipFill>
        <p:spPr>
          <a:xfrm>
            <a:off x="0" y="2258352"/>
            <a:ext cx="1386773" cy="93252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9F0DA2-8841-03A8-D704-F516582C11E0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6022" t="9721" r="24219" b="14166"/>
          <a:stretch>
            <a:fillRect/>
          </a:stretch>
        </p:blipFill>
        <p:spPr>
          <a:xfrm>
            <a:off x="-2219712" y="6933729"/>
            <a:ext cx="1162823" cy="100051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337A1B3-FE71-0573-9DAA-3E7C8631E660}"/>
              </a:ext>
            </a:extLst>
          </p:cNvPr>
          <p:cNvGrpSpPr/>
          <p:nvPr/>
        </p:nvGrpSpPr>
        <p:grpSpPr>
          <a:xfrm>
            <a:off x="371475" y="247289"/>
            <a:ext cx="11886329" cy="6610711"/>
            <a:chOff x="371475" y="247289"/>
            <a:chExt cx="11886329" cy="661071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B476AE-A3A2-274F-8488-7351E7618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36499" y="247289"/>
              <a:ext cx="11458037" cy="6445146"/>
            </a:xfrm>
            <a:prstGeom prst="rect">
              <a:avLst/>
            </a:prstGeom>
          </p:spPr>
        </p:pic>
        <p:sp>
          <p:nvSpPr>
            <p:cNvPr id="12" name="Rectangle 1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7A13773-F575-37CC-6426-11F0B172FA4C}"/>
                </a:ext>
              </a:extLst>
            </p:cNvPr>
            <p:cNvSpPr/>
            <p:nvPr/>
          </p:nvSpPr>
          <p:spPr>
            <a:xfrm>
              <a:off x="371475" y="581025"/>
              <a:ext cx="11886329" cy="6276975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2998705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F20DC-3811-B2B4-94EE-903BD001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B5B79-F678-96E0-FF7A-36F21381A7B7}"/>
              </a:ext>
            </a:extLst>
          </p:cNvPr>
          <p:cNvGrpSpPr/>
          <p:nvPr/>
        </p:nvGrpSpPr>
        <p:grpSpPr>
          <a:xfrm>
            <a:off x="-2331584" y="-1400877"/>
            <a:ext cx="19595275" cy="10492945"/>
            <a:chOff x="-1395147" y="0"/>
            <a:chExt cx="13587147" cy="727569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8AAF63E-5EE7-03AC-51A4-86842718753C}"/>
                </a:ext>
              </a:extLst>
            </p:cNvPr>
            <p:cNvGrpSpPr/>
            <p:nvPr/>
          </p:nvGrpSpPr>
          <p:grpSpPr>
            <a:xfrm>
              <a:off x="-1395147" y="0"/>
              <a:ext cx="13587147" cy="7275692"/>
              <a:chOff x="-1395147" y="0"/>
              <a:chExt cx="13587147" cy="727569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44F3AE99-75E0-D4C5-7585-77B672EA5E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598A467-6A20-0984-6015-F6D2A83DF8B1}"/>
                  </a:ext>
                </a:extLst>
              </p:cNvPr>
              <p:cNvGrpSpPr/>
              <p:nvPr/>
            </p:nvGrpSpPr>
            <p:grpSpPr>
              <a:xfrm>
                <a:off x="-1395147" y="123825"/>
                <a:ext cx="11259038" cy="7151867"/>
                <a:chOff x="-1395147" y="123825"/>
                <a:chExt cx="11259038" cy="7151867"/>
              </a:xfrm>
            </p:grpSpPr>
            <p:pic>
              <p:nvPicPr>
                <p:cNvPr id="19" name="Picture 18">
                  <a:hlinkClick r:id="rId4" action="ppaction://hlinksldjump"/>
                  <a:extLst>
                    <a:ext uri="{FF2B5EF4-FFF2-40B4-BE49-F238E27FC236}">
                      <a16:creationId xmlns:a16="http://schemas.microsoft.com/office/drawing/2014/main" id="{E14C0B05-ABE6-A83D-7767-D9D8333713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96933" y="123825"/>
                  <a:ext cx="1998133" cy="1123950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hlinkClick r:id="rId6" action="ppaction://hlinksldjump"/>
                  <a:extLst>
                    <a:ext uri="{FF2B5EF4-FFF2-40B4-BE49-F238E27FC236}">
                      <a16:creationId xmlns:a16="http://schemas.microsoft.com/office/drawing/2014/main" id="{D71E93EB-3F3A-D244-F4CE-A7930EAC0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19550" y="771160"/>
                  <a:ext cx="3877733" cy="2181225"/>
                </a:xfrm>
                <a:prstGeom prst="rect">
                  <a:avLst/>
                </a:prstGeom>
              </p:spPr>
            </p:pic>
            <p:pic>
              <p:nvPicPr>
                <p:cNvPr id="21" name="Picture 20">
                  <a:hlinkClick r:id="rId8" action="ppaction://hlinksldjump"/>
                  <a:extLst>
                    <a:ext uri="{FF2B5EF4-FFF2-40B4-BE49-F238E27FC236}">
                      <a16:creationId xmlns:a16="http://schemas.microsoft.com/office/drawing/2014/main" id="{57860DD8-F0AC-5133-C95B-E16BBC3BB5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67891" y="939471"/>
                  <a:ext cx="6096000" cy="3429000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hlinkClick r:id="rId10" action="ppaction://hlinksldjump"/>
                  <a:extLst>
                    <a:ext uri="{FF2B5EF4-FFF2-40B4-BE49-F238E27FC236}">
                      <a16:creationId xmlns:a16="http://schemas.microsoft.com/office/drawing/2014/main" id="{93EA0C6A-9EE5-F91F-5C31-45D6EAEDA3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rcRect r="43742"/>
                <a:stretch>
                  <a:fillRect/>
                </a:stretch>
              </p:blipFill>
              <p:spPr>
                <a:xfrm>
                  <a:off x="-1395147" y="1861772"/>
                  <a:ext cx="5414697" cy="54139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4" name="Picture 13">
              <a:hlinkClick r:id="rId6" action="ppaction://hlinksldjump"/>
              <a:extLst>
                <a:ext uri="{FF2B5EF4-FFF2-40B4-BE49-F238E27FC236}">
                  <a16:creationId xmlns:a16="http://schemas.microsoft.com/office/drawing/2014/main" id="{AF294074-B713-A711-BD8D-E082E3C6B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4707" r="54089"/>
            <a:stretch>
              <a:fillRect/>
            </a:stretch>
          </p:blipFill>
          <p:spPr>
            <a:xfrm flipH="1">
              <a:off x="10580828" y="2258352"/>
              <a:ext cx="1611172" cy="290438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DDB72A0-91F2-AF87-A626-BECD7F39585B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3" action="ppaction://hlinksldjump"/>
            <a:extLst>
              <a:ext uri="{FF2B5EF4-FFF2-40B4-BE49-F238E27FC236}">
                <a16:creationId xmlns:a16="http://schemas.microsoft.com/office/drawing/2014/main" id="{B6D0A940-C64E-2F98-6E0F-63E62381EB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728441" flipH="1">
            <a:off x="7767220" y="1838635"/>
            <a:ext cx="1320998" cy="131733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5FCCDC5-B92D-2677-16F3-A9B9E313CD6E}"/>
              </a:ext>
            </a:extLst>
          </p:cNvPr>
          <p:cNvSpPr txBox="1"/>
          <p:nvPr/>
        </p:nvSpPr>
        <p:spPr>
          <a:xfrm>
            <a:off x="4868954" y="7375746"/>
            <a:ext cx="2826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Ever since she got popular, I was constantly shoved aside like some unwanted trash.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This is infuriating, I can’t let her keep taking my spotlight.</a:t>
            </a:r>
          </a:p>
        </p:txBody>
      </p:sp>
      <p:pic>
        <p:nvPicPr>
          <p:cNvPr id="8" name="Picture 7">
            <a:hlinkClick r:id="rId15" action="ppaction://hlinksldjump"/>
            <a:extLst>
              <a:ext uri="{FF2B5EF4-FFF2-40B4-BE49-F238E27FC236}">
                <a16:creationId xmlns:a16="http://schemas.microsoft.com/office/drawing/2014/main" id="{4D71B3E6-CFDF-2689-C19D-90EE8DFF71F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28807" t="14708" r="53097" b="50794"/>
          <a:stretch>
            <a:fillRect/>
          </a:stretch>
        </p:blipFill>
        <p:spPr>
          <a:xfrm>
            <a:off x="2190116" y="2394708"/>
            <a:ext cx="2115200" cy="226827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9EA6C80-383C-A51E-E8F4-55010C7DAFEF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 amt="63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sp>
        <p:nvSpPr>
          <p:cNvPr id="25" name="Rectangle 2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0F319F8-7315-62EF-4A2D-12C475FBAEDD}"/>
              </a:ext>
            </a:extLst>
          </p:cNvPr>
          <p:cNvSpPr/>
          <p:nvPr/>
        </p:nvSpPr>
        <p:spPr>
          <a:xfrm>
            <a:off x="2279066" y="2800350"/>
            <a:ext cx="1487785" cy="1397000"/>
          </a:xfrm>
          <a:prstGeom prst="rect">
            <a:avLst/>
          </a:prstGeom>
          <a:solidFill>
            <a:schemeClr val="tx1">
              <a:lumMod val="95000"/>
              <a:lumOff val="5000"/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8" name="Picture 2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1F3F29C-1152-C677-4598-8DA0E291375A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2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F33D3-ADB3-E4D3-FC49-F3E336A8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7E1B5E2-887A-E91D-02E7-00647BDF5A2B}"/>
              </a:ext>
            </a:extLst>
          </p:cNvPr>
          <p:cNvGrpSpPr/>
          <p:nvPr/>
        </p:nvGrpSpPr>
        <p:grpSpPr>
          <a:xfrm>
            <a:off x="-2331584" y="-2423749"/>
            <a:ext cx="20053591" cy="12519355"/>
            <a:chOff x="-1395147" y="-709248"/>
            <a:chExt cx="13904938" cy="868078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00BAE79-BF8A-44AE-E209-9792B5DB2FC1}"/>
                </a:ext>
              </a:extLst>
            </p:cNvPr>
            <p:cNvGrpSpPr/>
            <p:nvPr/>
          </p:nvGrpSpPr>
          <p:grpSpPr>
            <a:xfrm>
              <a:off x="-1395147" y="-709248"/>
              <a:ext cx="13904938" cy="8680782"/>
              <a:chOff x="-1395147" y="-709248"/>
              <a:chExt cx="13904938" cy="8680782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6705BF07-C729-366A-10F2-2DC0392E81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C11B7F7F-2A42-109F-0E3C-BE19E76A4E59}"/>
                  </a:ext>
                </a:extLst>
              </p:cNvPr>
              <p:cNvGrpSpPr/>
              <p:nvPr/>
            </p:nvGrpSpPr>
            <p:grpSpPr>
              <a:xfrm>
                <a:off x="-1395147" y="-709248"/>
                <a:ext cx="13904938" cy="8680782"/>
                <a:chOff x="-1395147" y="-709248"/>
                <a:chExt cx="13904938" cy="8680782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0FD2DA55-89EC-2C78-A022-0D42FCCDD6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alphaModFix amt="15000"/>
                </a:blip>
                <a:stretch>
                  <a:fillRect/>
                </a:stretch>
              </p:blipFill>
              <p:spPr>
                <a:xfrm>
                  <a:off x="-459415" y="-709248"/>
                  <a:ext cx="12969206" cy="8680782"/>
                </a:xfrm>
                <a:prstGeom prst="rect">
                  <a:avLst/>
                </a:prstGeom>
              </p:spPr>
            </p:pic>
            <p:pic>
              <p:nvPicPr>
                <p:cNvPr id="25" name="Picture 24">
                  <a:hlinkClick r:id="rId5" action="ppaction://hlinksldjump"/>
                  <a:extLst>
                    <a:ext uri="{FF2B5EF4-FFF2-40B4-BE49-F238E27FC236}">
                      <a16:creationId xmlns:a16="http://schemas.microsoft.com/office/drawing/2014/main" id="{FC5A46E5-D9D0-E6C8-C408-38704F0B27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96933" y="123825"/>
                  <a:ext cx="1998133" cy="1123950"/>
                </a:xfrm>
                <a:prstGeom prst="rect">
                  <a:avLst/>
                </a:prstGeom>
              </p:spPr>
            </p:pic>
            <p:pic>
              <p:nvPicPr>
                <p:cNvPr id="27" name="Picture 26">
                  <a:hlinkClick r:id="rId7" action="ppaction://hlinksldjump"/>
                  <a:extLst>
                    <a:ext uri="{FF2B5EF4-FFF2-40B4-BE49-F238E27FC236}">
                      <a16:creationId xmlns:a16="http://schemas.microsoft.com/office/drawing/2014/main" id="{99AFF280-683D-B534-7BD8-0BD96C934E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19550" y="771160"/>
                  <a:ext cx="3877733" cy="2181225"/>
                </a:xfrm>
                <a:prstGeom prst="rect">
                  <a:avLst/>
                </a:prstGeom>
              </p:spPr>
            </p:pic>
            <p:pic>
              <p:nvPicPr>
                <p:cNvPr id="28" name="Picture 27">
                  <a:hlinkClick r:id="rId9" action="ppaction://hlinksldjump"/>
                  <a:extLst>
                    <a:ext uri="{FF2B5EF4-FFF2-40B4-BE49-F238E27FC236}">
                      <a16:creationId xmlns:a16="http://schemas.microsoft.com/office/drawing/2014/main" id="{49AA4FDB-A719-7B44-C441-283B559234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67891" y="939471"/>
                  <a:ext cx="6096000" cy="3429000"/>
                </a:xfrm>
                <a:prstGeom prst="rect">
                  <a:avLst/>
                </a:prstGeom>
              </p:spPr>
            </p:pic>
            <p:pic>
              <p:nvPicPr>
                <p:cNvPr id="29" name="Picture 28">
                  <a:hlinkClick r:id="rId11" action="ppaction://hlinksldjump"/>
                  <a:extLst>
                    <a:ext uri="{FF2B5EF4-FFF2-40B4-BE49-F238E27FC236}">
                      <a16:creationId xmlns:a16="http://schemas.microsoft.com/office/drawing/2014/main" id="{E78822CD-05B2-0CF5-F352-2F0F03CCA5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rcRect r="43742"/>
                <a:stretch>
                  <a:fillRect/>
                </a:stretch>
              </p:blipFill>
              <p:spPr>
                <a:xfrm>
                  <a:off x="-1395147" y="1861772"/>
                  <a:ext cx="5414697" cy="541392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9" name="Picture 18">
              <a:hlinkClick r:id="rId7" action="ppaction://hlinksldjump"/>
              <a:extLst>
                <a:ext uri="{FF2B5EF4-FFF2-40B4-BE49-F238E27FC236}">
                  <a16:creationId xmlns:a16="http://schemas.microsoft.com/office/drawing/2014/main" id="{AB8CDE60-E460-79C0-091A-C6AC4025C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14707" r="54089"/>
            <a:stretch>
              <a:fillRect/>
            </a:stretch>
          </p:blipFill>
          <p:spPr>
            <a:xfrm flipH="1">
              <a:off x="10580828" y="2258352"/>
              <a:ext cx="1611172" cy="290438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66BA075-9FC0-CD86-959A-8C31F1AAC285}"/>
              </a:ext>
            </a:extLst>
          </p:cNvPr>
          <p:cNvSpPr txBox="1"/>
          <p:nvPr/>
        </p:nvSpPr>
        <p:spPr>
          <a:xfrm>
            <a:off x="251428" y="186385"/>
            <a:ext cx="3359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aYuanWeiTuSi" panose="02010600010101010101" pitchFamily="2" charset="-122"/>
                <a:ea typeface="AaYuanWeiTuSi" panose="02010600010101010101" pitchFamily="2" charset="-122"/>
              </a:rPr>
              <a:t>The VIP Lounge</a:t>
            </a:r>
          </a:p>
        </p:txBody>
      </p:sp>
      <p:pic>
        <p:nvPicPr>
          <p:cNvPr id="26" name="Picture 25">
            <a:hlinkClick r:id="rId14" action="ppaction://hlinksldjump"/>
            <a:extLst>
              <a:ext uri="{FF2B5EF4-FFF2-40B4-BE49-F238E27FC236}">
                <a16:creationId xmlns:a16="http://schemas.microsoft.com/office/drawing/2014/main" id="{A938FCCA-E3FD-087B-B522-5F99E18D1F0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8728441" flipH="1">
            <a:off x="7767220" y="1838635"/>
            <a:ext cx="1320998" cy="131733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359A0AC-E774-05C9-F407-959FB189DD5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3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57BE25F-B9CF-8FA1-D2D9-D8B39EAB96E9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56EBDC3-3F53-5E42-5A45-AAC0CD3A0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E03ECF-63B3-9E7B-7DD1-18D8E58B6FAF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Quick!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E14B91-1E40-199E-4FB2-D533F1345B9E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14" name="Picture 13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49950D6-5DD0-5AE3-9C70-3A50F0101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99CE0F-8CA5-59E2-C3F2-DDDA0BF4A758}"/>
                </a:ext>
              </a:extLst>
            </p:cNvPr>
            <p:cNvSpPr txBox="1"/>
            <p:nvPr/>
          </p:nvSpPr>
          <p:spPr>
            <a:xfrm>
              <a:off x="6841314" y="4842887"/>
              <a:ext cx="981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Enter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D5F4A167-781B-24C2-730E-5710523EBFA0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28807" t="14708" r="53097" b="50794"/>
          <a:stretch>
            <a:fillRect/>
          </a:stretch>
        </p:blipFill>
        <p:spPr>
          <a:xfrm>
            <a:off x="2190116" y="2394708"/>
            <a:ext cx="2115200" cy="2268273"/>
          </a:xfrm>
          <a:prstGeom prst="rect">
            <a:avLst/>
          </a:prstGeom>
        </p:spPr>
      </p:pic>
      <p:pic>
        <p:nvPicPr>
          <p:cNvPr id="34" name="Picture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4D92981-6C3A-D7C3-F773-67E8D3529BA1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33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95A50-BF0E-BDFE-AE6A-F862B491E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D628AD6-876E-B61F-34C9-07B4A7B3B870}"/>
              </a:ext>
            </a:extLst>
          </p:cNvPr>
          <p:cNvSpPr/>
          <p:nvPr/>
        </p:nvSpPr>
        <p:spPr>
          <a:xfrm>
            <a:off x="3817257" y="3113314"/>
            <a:ext cx="4376057" cy="1059543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203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25EC7-68BA-C1EF-6208-C485D678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676AE0D2-48B2-114D-86FF-3A486068009E}"/>
              </a:ext>
            </a:extLst>
          </p:cNvPr>
          <p:cNvSpPr/>
          <p:nvPr/>
        </p:nvSpPr>
        <p:spPr>
          <a:xfrm>
            <a:off x="508001" y="449944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hlinkClick r:id="rId4" action="ppaction://hlinksldjump"/>
            <a:extLst>
              <a:ext uri="{FF2B5EF4-FFF2-40B4-BE49-F238E27FC236}">
                <a16:creationId xmlns:a16="http://schemas.microsoft.com/office/drawing/2014/main" id="{36E57A5E-0D5A-A39C-8F05-B4B59A9FA2D0}"/>
              </a:ext>
            </a:extLst>
          </p:cNvPr>
          <p:cNvSpPr/>
          <p:nvPr/>
        </p:nvSpPr>
        <p:spPr>
          <a:xfrm>
            <a:off x="508001" y="1560287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0386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3637C-F527-326A-47C1-9818E955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151BF9-43AD-1B6F-2363-7320C99784F9}"/>
              </a:ext>
            </a:extLst>
          </p:cNvPr>
          <p:cNvSpPr/>
          <p:nvPr/>
        </p:nvSpPr>
        <p:spPr>
          <a:xfrm>
            <a:off x="508001" y="449944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CDA492-2507-8895-D61D-5B60BCDC5295}"/>
              </a:ext>
            </a:extLst>
          </p:cNvPr>
          <p:cNvSpPr/>
          <p:nvPr/>
        </p:nvSpPr>
        <p:spPr>
          <a:xfrm>
            <a:off x="508001" y="1560287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A93D7B-967A-8FE4-F754-234797851B05}"/>
              </a:ext>
            </a:extLst>
          </p:cNvPr>
          <p:cNvSpPr/>
          <p:nvPr/>
        </p:nvSpPr>
        <p:spPr>
          <a:xfrm>
            <a:off x="508001" y="2670630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55B2D5-ECF3-3623-F03F-B66F44A86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50" y="0"/>
            <a:ext cx="11392100" cy="6408056"/>
          </a:xfrm>
          <a:prstGeom prst="rect">
            <a:avLst/>
          </a:prstGeom>
        </p:spPr>
      </p:pic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6702E57B-57FD-0101-6C8C-149B32B30544}"/>
              </a:ext>
            </a:extLst>
          </p:cNvPr>
          <p:cNvSpPr/>
          <p:nvPr/>
        </p:nvSpPr>
        <p:spPr>
          <a:xfrm>
            <a:off x="9448799" y="1081316"/>
            <a:ext cx="457201" cy="333828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1635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B9AC2-A5F3-7494-1387-853EFFB60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AF3952-830D-CC2D-F64A-959B0E0FBB51}"/>
              </a:ext>
            </a:extLst>
          </p:cNvPr>
          <p:cNvSpPr/>
          <p:nvPr/>
        </p:nvSpPr>
        <p:spPr>
          <a:xfrm>
            <a:off x="508001" y="449944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942EA9-77FA-39A6-2F5F-2D480D4CD995}"/>
              </a:ext>
            </a:extLst>
          </p:cNvPr>
          <p:cNvSpPr/>
          <p:nvPr/>
        </p:nvSpPr>
        <p:spPr>
          <a:xfrm>
            <a:off x="508001" y="1560287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175B0B-00A2-18C4-46FE-061E4268657D}"/>
              </a:ext>
            </a:extLst>
          </p:cNvPr>
          <p:cNvSpPr/>
          <p:nvPr/>
        </p:nvSpPr>
        <p:spPr>
          <a:xfrm>
            <a:off x="508001" y="2670630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0F58A7-5863-147E-9348-054BCC6020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9950" y="0"/>
            <a:ext cx="11392099" cy="6408055"/>
          </a:xfrm>
          <a:prstGeom prst="rect">
            <a:avLst/>
          </a:prstGeom>
        </p:spPr>
      </p:pic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22E21770-64BB-4BA3-9F8F-9043E67B09C5}"/>
              </a:ext>
            </a:extLst>
          </p:cNvPr>
          <p:cNvSpPr/>
          <p:nvPr/>
        </p:nvSpPr>
        <p:spPr>
          <a:xfrm>
            <a:off x="9448799" y="1081316"/>
            <a:ext cx="457201" cy="333828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</a:t>
            </a:r>
            <a:r>
              <a:rPr lang="en-US" dirty="0" err="1">
                <a:hlinkClick r:id="rId5" action="ppaction://hlinksldjump"/>
              </a:rPr>
              <a:t>Slide</a:t>
            </a:r>
            <a:r>
              <a:rPr lang="en-US" dirty="0">
                <a:hlinkClick r:id="rId5" action="ppaction://hlinksldjump"/>
              </a:rPr>
              <a:t> 122</a:t>
            </a:r>
            <a:endParaRPr lang="en-ID" dirty="0"/>
          </a:p>
        </p:txBody>
      </p:sp>
      <p:sp>
        <p:nvSpPr>
          <p:cNvPr id="9" name="Rectangle 8">
            <a:hlinkClick r:id="rId6" action="ppaction://hlinksldjump"/>
            <a:extLst>
              <a:ext uri="{FF2B5EF4-FFF2-40B4-BE49-F238E27FC236}">
                <a16:creationId xmlns:a16="http://schemas.microsoft.com/office/drawing/2014/main" id="{65FB5744-6956-0023-75E9-412A5E883989}"/>
              </a:ext>
            </a:extLst>
          </p:cNvPr>
          <p:cNvSpPr/>
          <p:nvPr/>
        </p:nvSpPr>
        <p:spPr>
          <a:xfrm>
            <a:off x="2133600" y="1618343"/>
            <a:ext cx="1153885" cy="1291770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7175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53205-DCE1-CE8C-6F15-7B644D5D2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1724AA-9EF5-8744-7964-7815220703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9951" y="0"/>
            <a:ext cx="11392097" cy="6408055"/>
          </a:xfrm>
          <a:prstGeom prst="rect">
            <a:avLst/>
          </a:prstGeom>
        </p:spPr>
      </p:pic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90A15B14-414A-B4E4-06FE-6BDF7B9E47AB}"/>
              </a:ext>
            </a:extLst>
          </p:cNvPr>
          <p:cNvSpPr/>
          <p:nvPr/>
        </p:nvSpPr>
        <p:spPr>
          <a:xfrm>
            <a:off x="9448799" y="1081316"/>
            <a:ext cx="457201" cy="333828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hlinkClick r:id="rId5" action="ppaction://hlinksldjump"/>
            <a:extLst>
              <a:ext uri="{FF2B5EF4-FFF2-40B4-BE49-F238E27FC236}">
                <a16:creationId xmlns:a16="http://schemas.microsoft.com/office/drawing/2014/main" id="{30BCA3B4-9C0A-78BC-4C43-DAF983149779}"/>
              </a:ext>
            </a:extLst>
          </p:cNvPr>
          <p:cNvSpPr/>
          <p:nvPr/>
        </p:nvSpPr>
        <p:spPr>
          <a:xfrm>
            <a:off x="6429829" y="1081316"/>
            <a:ext cx="362857" cy="333828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E51EA6-58E3-4BED-B9DD-8774803C9B2C}"/>
              </a:ext>
            </a:extLst>
          </p:cNvPr>
          <p:cNvSpPr txBox="1"/>
          <p:nvPr/>
        </p:nvSpPr>
        <p:spPr>
          <a:xfrm>
            <a:off x="3859004" y="1613118"/>
            <a:ext cx="26941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I don’t know what’s happening but I’ve been doing things out of my will-------</a:t>
            </a:r>
          </a:p>
          <a:p>
            <a:endParaRPr lang="en-US" sz="1600" dirty="0">
              <a:latin typeface="AaYuanWeiTuSi" panose="02010600010101010101" pitchFamily="2" charset="-122"/>
              <a:ea typeface="AaYuanWeiTuSi" panose="02010600010101010101" pitchFamily="2" charset="-122"/>
            </a:endParaRPr>
          </a:p>
          <a:p>
            <a:r>
              <a:rPr lang="en-US" sz="1600" dirty="0">
                <a:latin typeface="AaYuanWeiTuSi" panose="02010600010101010101" pitchFamily="2" charset="-122"/>
                <a:ea typeface="AaYuanWeiTuSi" panose="02010600010101010101" pitchFamily="2" charset="-122"/>
              </a:rPr>
              <a:t>My vision is noisy and I feel like someone is following me.</a:t>
            </a:r>
          </a:p>
        </p:txBody>
      </p:sp>
    </p:spTree>
    <p:extLst>
      <p:ext uri="{BB962C8B-B14F-4D97-AF65-F5344CB8AC3E}">
        <p14:creationId xmlns:p14="http://schemas.microsoft.com/office/powerpoint/2010/main" val="3593824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53F7C0-E509-E0ED-A706-57FC2FB6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CF7B0E8E-4D98-4DE2-9177-F62A8548441F}"/>
              </a:ext>
            </a:extLst>
          </p:cNvPr>
          <p:cNvSpPr/>
          <p:nvPr/>
        </p:nvSpPr>
        <p:spPr>
          <a:xfrm>
            <a:off x="508001" y="2670630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3518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0D3783-9303-A648-CAB0-A7E7C8FB8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3ABE2-8AEF-9700-3B44-B7CA76AB8591}"/>
              </a:ext>
            </a:extLst>
          </p:cNvPr>
          <p:cNvSpPr/>
          <p:nvPr/>
        </p:nvSpPr>
        <p:spPr>
          <a:xfrm>
            <a:off x="508001" y="449944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7C19D6-7CD9-E446-68EE-4E5E18FA139C}"/>
              </a:ext>
            </a:extLst>
          </p:cNvPr>
          <p:cNvSpPr/>
          <p:nvPr/>
        </p:nvSpPr>
        <p:spPr>
          <a:xfrm>
            <a:off x="508001" y="1560287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018E60-7D18-8267-FF72-CF8F296BA47B}"/>
              </a:ext>
            </a:extLst>
          </p:cNvPr>
          <p:cNvSpPr/>
          <p:nvPr/>
        </p:nvSpPr>
        <p:spPr>
          <a:xfrm>
            <a:off x="508001" y="2670630"/>
            <a:ext cx="834571" cy="689427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52EEB8-8814-BCD0-23C5-41F146C12E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9950" y="0"/>
            <a:ext cx="11392099" cy="6408056"/>
          </a:xfrm>
          <a:prstGeom prst="rect">
            <a:avLst/>
          </a:prstGeom>
        </p:spPr>
      </p:pic>
      <p:sp>
        <p:nvSpPr>
          <p:cNvPr id="11" name="Rectangle 10">
            <a:hlinkClick r:id="rId4" action="ppaction://hlinksldjump"/>
            <a:extLst>
              <a:ext uri="{FF2B5EF4-FFF2-40B4-BE49-F238E27FC236}">
                <a16:creationId xmlns:a16="http://schemas.microsoft.com/office/drawing/2014/main" id="{4C0A47F2-3936-9870-1488-34D1A13FC099}"/>
              </a:ext>
            </a:extLst>
          </p:cNvPr>
          <p:cNvSpPr/>
          <p:nvPr/>
        </p:nvSpPr>
        <p:spPr>
          <a:xfrm>
            <a:off x="2373086" y="1828800"/>
            <a:ext cx="2351314" cy="1367970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388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0A4C9-A251-BB0A-1620-AC9986E42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CC76F6-B904-7598-D3DF-EE96385C8F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9950" y="0"/>
            <a:ext cx="11392099" cy="6408055"/>
          </a:xfrm>
          <a:prstGeom prst="rect">
            <a:avLst/>
          </a:prstGeom>
        </p:spPr>
      </p:pic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57DA2ECB-E698-FC9A-2D95-9B8952893C48}"/>
              </a:ext>
            </a:extLst>
          </p:cNvPr>
          <p:cNvSpPr/>
          <p:nvPr/>
        </p:nvSpPr>
        <p:spPr>
          <a:xfrm>
            <a:off x="9448799" y="1081316"/>
            <a:ext cx="457201" cy="333828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1F6450F7-C6B3-B794-F227-B0148264CCC5}"/>
              </a:ext>
            </a:extLst>
          </p:cNvPr>
          <p:cNvSpPr/>
          <p:nvPr/>
        </p:nvSpPr>
        <p:spPr>
          <a:xfrm>
            <a:off x="8643256" y="1081316"/>
            <a:ext cx="457201" cy="333828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8D7A55-D07B-C42F-18C2-177661497271}"/>
              </a:ext>
            </a:extLst>
          </p:cNvPr>
          <p:cNvGrpSpPr/>
          <p:nvPr/>
        </p:nvGrpSpPr>
        <p:grpSpPr>
          <a:xfrm>
            <a:off x="-564135" y="355662"/>
            <a:ext cx="13178645" cy="7412988"/>
            <a:chOff x="-564135" y="355662"/>
            <a:chExt cx="13178645" cy="741298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942E962-880A-E686-482D-9ABF5C69F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64135" y="355662"/>
              <a:ext cx="13178645" cy="741298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01BC25-7591-61AF-494D-5AFD8801DA8D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Is that blonde hair? The second figure is Victoria, the victim. But the perpetrator is unclear.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65F397-6C2A-DCBF-0A22-8462E1E92BAC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4" name="Picture 13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BA23FCC-5BE6-554E-6721-A9386D276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A0842E5-4E28-D14E-73EB-669804E6E895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3300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1DD47-1F50-0B38-C30E-CAC2D507C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3692FC-551D-757E-4B59-75ABE0C1C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9950" y="0"/>
            <a:ext cx="11392099" cy="6408055"/>
          </a:xfrm>
          <a:prstGeom prst="rect">
            <a:avLst/>
          </a:prstGeom>
        </p:spPr>
      </p:pic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C4F5C02B-6182-C0AD-5EF3-8F1D6AB76442}"/>
              </a:ext>
            </a:extLst>
          </p:cNvPr>
          <p:cNvSpPr/>
          <p:nvPr/>
        </p:nvSpPr>
        <p:spPr>
          <a:xfrm>
            <a:off x="9448799" y="1081316"/>
            <a:ext cx="457201" cy="333828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3BA0A997-8E7B-6E16-26FC-9384F172099E}"/>
              </a:ext>
            </a:extLst>
          </p:cNvPr>
          <p:cNvSpPr/>
          <p:nvPr/>
        </p:nvSpPr>
        <p:spPr>
          <a:xfrm>
            <a:off x="8643256" y="1081316"/>
            <a:ext cx="457201" cy="333828"/>
          </a:xfrm>
          <a:prstGeom prst="rect">
            <a:avLst/>
          </a:pr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9011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B86B0-6DD9-F28A-723C-F219A7D8A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0238EA3-AD37-057F-8A01-3B2A9B7CA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8076F0F-021D-C3A8-EA41-6D89548B23E0}"/>
              </a:ext>
            </a:extLst>
          </p:cNvPr>
          <p:cNvSpPr/>
          <p:nvPr/>
        </p:nvSpPr>
        <p:spPr>
          <a:xfrm>
            <a:off x="-3210733" y="-2660387"/>
            <a:ext cx="18048723" cy="8393995"/>
          </a:xfrm>
          <a:custGeom>
            <a:avLst/>
            <a:gdLst>
              <a:gd name="csX0" fmla="*/ 3137255 w 18048723"/>
              <a:gd name="csY0" fmla="*/ 5886641 h 8393995"/>
              <a:gd name="csX1" fmla="*/ 9185630 w 18048723"/>
              <a:gd name="csY1" fmla="*/ 4495991 h 8393995"/>
              <a:gd name="csX2" fmla="*/ 15634055 w 18048723"/>
              <a:gd name="csY2" fmla="*/ 5753291 h 8393995"/>
              <a:gd name="csX3" fmla="*/ 17901005 w 18048723"/>
              <a:gd name="csY3" fmla="*/ 8239316 h 8393995"/>
              <a:gd name="csX4" fmla="*/ 15957905 w 18048723"/>
              <a:gd name="csY4" fmla="*/ 828866 h 8393995"/>
              <a:gd name="csX5" fmla="*/ 1089380 w 18048723"/>
              <a:gd name="csY5" fmla="*/ 943166 h 8393995"/>
              <a:gd name="csX6" fmla="*/ 1356080 w 18048723"/>
              <a:gd name="csY6" fmla="*/ 7648766 h 8393995"/>
              <a:gd name="csX7" fmla="*/ 3137255 w 18048723"/>
              <a:gd name="csY7" fmla="*/ 5886641 h 83939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8048723" h="8393995">
                <a:moveTo>
                  <a:pt x="3137255" y="5886641"/>
                </a:moveTo>
                <a:cubicBezTo>
                  <a:pt x="4442180" y="5361178"/>
                  <a:pt x="7102830" y="4518216"/>
                  <a:pt x="9185630" y="4495991"/>
                </a:cubicBezTo>
                <a:cubicBezTo>
                  <a:pt x="11268430" y="4473766"/>
                  <a:pt x="14181492" y="5129403"/>
                  <a:pt x="15634055" y="5753291"/>
                </a:cubicBezTo>
                <a:cubicBezTo>
                  <a:pt x="17086618" y="6377179"/>
                  <a:pt x="17847030" y="9060054"/>
                  <a:pt x="17901005" y="8239316"/>
                </a:cubicBezTo>
                <a:cubicBezTo>
                  <a:pt x="17954980" y="7418578"/>
                  <a:pt x="18759842" y="2044891"/>
                  <a:pt x="15957905" y="828866"/>
                </a:cubicBezTo>
                <a:cubicBezTo>
                  <a:pt x="13155968" y="-387159"/>
                  <a:pt x="3523018" y="-193484"/>
                  <a:pt x="1089380" y="943166"/>
                </a:cubicBezTo>
                <a:cubicBezTo>
                  <a:pt x="-1344258" y="2079816"/>
                  <a:pt x="1010005" y="6828029"/>
                  <a:pt x="1356080" y="7648766"/>
                </a:cubicBezTo>
                <a:cubicBezTo>
                  <a:pt x="1702155" y="8469503"/>
                  <a:pt x="1832330" y="6412104"/>
                  <a:pt x="3137255" y="5886641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CB8FDC-A350-E76F-2E75-22FB0CA4A557}"/>
              </a:ext>
            </a:extLst>
          </p:cNvPr>
          <p:cNvSpPr/>
          <p:nvPr/>
        </p:nvSpPr>
        <p:spPr>
          <a:xfrm>
            <a:off x="866775" y="2171667"/>
            <a:ext cx="2933700" cy="3095673"/>
          </a:xfrm>
          <a:custGeom>
            <a:avLst/>
            <a:gdLst>
              <a:gd name="csX0" fmla="*/ 19050 w 2933700"/>
              <a:gd name="csY0" fmla="*/ 695358 h 3095673"/>
              <a:gd name="csX1" fmla="*/ 19050 w 2933700"/>
              <a:gd name="csY1" fmla="*/ 695358 h 3095673"/>
              <a:gd name="csX2" fmla="*/ 247650 w 2933700"/>
              <a:gd name="csY2" fmla="*/ 533433 h 3095673"/>
              <a:gd name="csX3" fmla="*/ 390525 w 2933700"/>
              <a:gd name="csY3" fmla="*/ 514383 h 3095673"/>
              <a:gd name="csX4" fmla="*/ 685800 w 2933700"/>
              <a:gd name="csY4" fmla="*/ 466758 h 3095673"/>
              <a:gd name="csX5" fmla="*/ 762000 w 2933700"/>
              <a:gd name="csY5" fmla="*/ 447708 h 3095673"/>
              <a:gd name="csX6" fmla="*/ 809625 w 2933700"/>
              <a:gd name="csY6" fmla="*/ 438183 h 3095673"/>
              <a:gd name="csX7" fmla="*/ 942975 w 2933700"/>
              <a:gd name="csY7" fmla="*/ 390558 h 3095673"/>
              <a:gd name="csX8" fmla="*/ 1143000 w 2933700"/>
              <a:gd name="csY8" fmla="*/ 323883 h 3095673"/>
              <a:gd name="csX9" fmla="*/ 1247775 w 2933700"/>
              <a:gd name="csY9" fmla="*/ 285783 h 3095673"/>
              <a:gd name="csX10" fmla="*/ 1390650 w 2933700"/>
              <a:gd name="csY10" fmla="*/ 266733 h 3095673"/>
              <a:gd name="csX11" fmla="*/ 1562100 w 2933700"/>
              <a:gd name="csY11" fmla="*/ 219108 h 3095673"/>
              <a:gd name="csX12" fmla="*/ 1724025 w 2933700"/>
              <a:gd name="csY12" fmla="*/ 200058 h 3095673"/>
              <a:gd name="csX13" fmla="*/ 1838325 w 2933700"/>
              <a:gd name="csY13" fmla="*/ 181008 h 3095673"/>
              <a:gd name="csX14" fmla="*/ 1981200 w 2933700"/>
              <a:gd name="csY14" fmla="*/ 161958 h 3095673"/>
              <a:gd name="csX15" fmla="*/ 2066925 w 2933700"/>
              <a:gd name="csY15" fmla="*/ 142908 h 3095673"/>
              <a:gd name="csX16" fmla="*/ 2181225 w 2933700"/>
              <a:gd name="csY16" fmla="*/ 123858 h 3095673"/>
              <a:gd name="csX17" fmla="*/ 2305050 w 2933700"/>
              <a:gd name="csY17" fmla="*/ 95283 h 3095673"/>
              <a:gd name="csX18" fmla="*/ 2400300 w 2933700"/>
              <a:gd name="csY18" fmla="*/ 85758 h 3095673"/>
              <a:gd name="csX19" fmla="*/ 2457450 w 2933700"/>
              <a:gd name="csY19" fmla="*/ 66708 h 3095673"/>
              <a:gd name="csX20" fmla="*/ 2505075 w 2933700"/>
              <a:gd name="csY20" fmla="*/ 57183 h 3095673"/>
              <a:gd name="csX21" fmla="*/ 2552700 w 2933700"/>
              <a:gd name="csY21" fmla="*/ 38133 h 3095673"/>
              <a:gd name="csX22" fmla="*/ 2590800 w 2933700"/>
              <a:gd name="csY22" fmla="*/ 28608 h 3095673"/>
              <a:gd name="csX23" fmla="*/ 2676525 w 2933700"/>
              <a:gd name="csY23" fmla="*/ 9558 h 3095673"/>
              <a:gd name="csX24" fmla="*/ 2933700 w 2933700"/>
              <a:gd name="csY24" fmla="*/ 33 h 3095673"/>
              <a:gd name="csX25" fmla="*/ 2933700 w 2933700"/>
              <a:gd name="csY25" fmla="*/ 1809783 h 3095673"/>
              <a:gd name="csX26" fmla="*/ 2809875 w 2933700"/>
              <a:gd name="csY26" fmla="*/ 1819308 h 3095673"/>
              <a:gd name="csX27" fmla="*/ 2714625 w 2933700"/>
              <a:gd name="csY27" fmla="*/ 1847883 h 3095673"/>
              <a:gd name="csX28" fmla="*/ 2667000 w 2933700"/>
              <a:gd name="csY28" fmla="*/ 1857408 h 3095673"/>
              <a:gd name="csX29" fmla="*/ 2543175 w 2933700"/>
              <a:gd name="csY29" fmla="*/ 1895508 h 3095673"/>
              <a:gd name="csX30" fmla="*/ 2476500 w 2933700"/>
              <a:gd name="csY30" fmla="*/ 1905033 h 3095673"/>
              <a:gd name="csX31" fmla="*/ 2333625 w 2933700"/>
              <a:gd name="csY31" fmla="*/ 1943133 h 3095673"/>
              <a:gd name="csX32" fmla="*/ 2171700 w 2933700"/>
              <a:gd name="csY32" fmla="*/ 1981233 h 3095673"/>
              <a:gd name="csX33" fmla="*/ 1962150 w 2933700"/>
              <a:gd name="csY33" fmla="*/ 2047908 h 3095673"/>
              <a:gd name="csX34" fmla="*/ 1733550 w 2933700"/>
              <a:gd name="csY34" fmla="*/ 2095533 h 3095673"/>
              <a:gd name="csX35" fmla="*/ 1590675 w 2933700"/>
              <a:gd name="csY35" fmla="*/ 2124108 h 3095673"/>
              <a:gd name="csX36" fmla="*/ 1485900 w 2933700"/>
              <a:gd name="csY36" fmla="*/ 2162208 h 3095673"/>
              <a:gd name="csX37" fmla="*/ 1409700 w 2933700"/>
              <a:gd name="csY37" fmla="*/ 2200308 h 3095673"/>
              <a:gd name="csX38" fmla="*/ 1304925 w 2933700"/>
              <a:gd name="csY38" fmla="*/ 2219358 h 3095673"/>
              <a:gd name="csX39" fmla="*/ 971550 w 2933700"/>
              <a:gd name="csY39" fmla="*/ 2305083 h 3095673"/>
              <a:gd name="csX40" fmla="*/ 819150 w 2933700"/>
              <a:gd name="csY40" fmla="*/ 2352708 h 3095673"/>
              <a:gd name="csX41" fmla="*/ 647700 w 2933700"/>
              <a:gd name="csY41" fmla="*/ 2419383 h 3095673"/>
              <a:gd name="csX42" fmla="*/ 561975 w 2933700"/>
              <a:gd name="csY42" fmla="*/ 2533683 h 3095673"/>
              <a:gd name="csX43" fmla="*/ 523875 w 2933700"/>
              <a:gd name="csY43" fmla="*/ 2590833 h 3095673"/>
              <a:gd name="csX44" fmla="*/ 419100 w 2933700"/>
              <a:gd name="csY44" fmla="*/ 2724183 h 3095673"/>
              <a:gd name="csX45" fmla="*/ 323850 w 2933700"/>
              <a:gd name="csY45" fmla="*/ 2838483 h 3095673"/>
              <a:gd name="csX46" fmla="*/ 228600 w 2933700"/>
              <a:gd name="csY46" fmla="*/ 2952783 h 3095673"/>
              <a:gd name="csX47" fmla="*/ 180975 w 2933700"/>
              <a:gd name="csY47" fmla="*/ 2981358 h 3095673"/>
              <a:gd name="csX48" fmla="*/ 152400 w 2933700"/>
              <a:gd name="csY48" fmla="*/ 3009933 h 3095673"/>
              <a:gd name="csX49" fmla="*/ 57150 w 2933700"/>
              <a:gd name="csY49" fmla="*/ 3067083 h 3095673"/>
              <a:gd name="csX50" fmla="*/ 0 w 2933700"/>
              <a:gd name="csY50" fmla="*/ 3095658 h 3095673"/>
              <a:gd name="csX51" fmla="*/ 19050 w 2933700"/>
              <a:gd name="csY51" fmla="*/ 695358 h 30956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2933700" h="3095673">
                <a:moveTo>
                  <a:pt x="19050" y="695358"/>
                </a:moveTo>
                <a:lnTo>
                  <a:pt x="19050" y="695358"/>
                </a:lnTo>
                <a:cubicBezTo>
                  <a:pt x="81882" y="642193"/>
                  <a:pt x="162632" y="559592"/>
                  <a:pt x="247650" y="533433"/>
                </a:cubicBezTo>
                <a:cubicBezTo>
                  <a:pt x="293572" y="519303"/>
                  <a:pt x="343169" y="522501"/>
                  <a:pt x="390525" y="514383"/>
                </a:cubicBezTo>
                <a:cubicBezTo>
                  <a:pt x="695212" y="462151"/>
                  <a:pt x="473319" y="486074"/>
                  <a:pt x="685800" y="466758"/>
                </a:cubicBezTo>
                <a:lnTo>
                  <a:pt x="762000" y="447708"/>
                </a:lnTo>
                <a:cubicBezTo>
                  <a:pt x="777775" y="444068"/>
                  <a:pt x="794187" y="443058"/>
                  <a:pt x="809625" y="438183"/>
                </a:cubicBezTo>
                <a:cubicBezTo>
                  <a:pt x="854634" y="423970"/>
                  <a:pt x="898327" y="405866"/>
                  <a:pt x="942975" y="390558"/>
                </a:cubicBezTo>
                <a:lnTo>
                  <a:pt x="1143000" y="323883"/>
                </a:lnTo>
                <a:cubicBezTo>
                  <a:pt x="1178144" y="311802"/>
                  <a:pt x="1210939" y="290695"/>
                  <a:pt x="1247775" y="285783"/>
                </a:cubicBezTo>
                <a:lnTo>
                  <a:pt x="1390650" y="266733"/>
                </a:lnTo>
                <a:cubicBezTo>
                  <a:pt x="1447800" y="250858"/>
                  <a:pt x="1504424" y="232950"/>
                  <a:pt x="1562100" y="219108"/>
                </a:cubicBezTo>
                <a:cubicBezTo>
                  <a:pt x="1597287" y="210663"/>
                  <a:pt x="1696083" y="203868"/>
                  <a:pt x="1724025" y="200058"/>
                </a:cubicBezTo>
                <a:cubicBezTo>
                  <a:pt x="1762296" y="194839"/>
                  <a:pt x="1800116" y="186669"/>
                  <a:pt x="1838325" y="181008"/>
                </a:cubicBezTo>
                <a:cubicBezTo>
                  <a:pt x="1885853" y="173967"/>
                  <a:pt x="1933807" y="169857"/>
                  <a:pt x="1981200" y="161958"/>
                </a:cubicBezTo>
                <a:cubicBezTo>
                  <a:pt x="2010074" y="157146"/>
                  <a:pt x="2038170" y="148385"/>
                  <a:pt x="2066925" y="142908"/>
                </a:cubicBezTo>
                <a:cubicBezTo>
                  <a:pt x="2104868" y="135681"/>
                  <a:pt x="2143350" y="131433"/>
                  <a:pt x="2181225" y="123858"/>
                </a:cubicBezTo>
                <a:cubicBezTo>
                  <a:pt x="2222762" y="115551"/>
                  <a:pt x="2263317" y="102541"/>
                  <a:pt x="2305050" y="95283"/>
                </a:cubicBezTo>
                <a:cubicBezTo>
                  <a:pt x="2336486" y="89816"/>
                  <a:pt x="2368550" y="88933"/>
                  <a:pt x="2400300" y="85758"/>
                </a:cubicBezTo>
                <a:cubicBezTo>
                  <a:pt x="2419350" y="79408"/>
                  <a:pt x="2438077" y="71992"/>
                  <a:pt x="2457450" y="66708"/>
                </a:cubicBezTo>
                <a:cubicBezTo>
                  <a:pt x="2473069" y="62448"/>
                  <a:pt x="2489568" y="61835"/>
                  <a:pt x="2505075" y="57183"/>
                </a:cubicBezTo>
                <a:cubicBezTo>
                  <a:pt x="2521452" y="52270"/>
                  <a:pt x="2536480" y="43540"/>
                  <a:pt x="2552700" y="38133"/>
                </a:cubicBezTo>
                <a:cubicBezTo>
                  <a:pt x="2565119" y="33993"/>
                  <a:pt x="2578044" y="31552"/>
                  <a:pt x="2590800" y="28608"/>
                </a:cubicBezTo>
                <a:cubicBezTo>
                  <a:pt x="2619322" y="22026"/>
                  <a:pt x="2647408" y="12570"/>
                  <a:pt x="2676525" y="9558"/>
                </a:cubicBezTo>
                <a:cubicBezTo>
                  <a:pt x="2779329" y="-1077"/>
                  <a:pt x="2841860" y="33"/>
                  <a:pt x="2933700" y="33"/>
                </a:cubicBezTo>
                <a:lnTo>
                  <a:pt x="2933700" y="1809783"/>
                </a:lnTo>
                <a:cubicBezTo>
                  <a:pt x="2892425" y="1812958"/>
                  <a:pt x="2850660" y="1812215"/>
                  <a:pt x="2809875" y="1819308"/>
                </a:cubicBezTo>
                <a:cubicBezTo>
                  <a:pt x="2777217" y="1824988"/>
                  <a:pt x="2746654" y="1839342"/>
                  <a:pt x="2714625" y="1847883"/>
                </a:cubicBezTo>
                <a:cubicBezTo>
                  <a:pt x="2698982" y="1852054"/>
                  <a:pt x="2682599" y="1853075"/>
                  <a:pt x="2667000" y="1857408"/>
                </a:cubicBezTo>
                <a:cubicBezTo>
                  <a:pt x="2625391" y="1868966"/>
                  <a:pt x="2585070" y="1885034"/>
                  <a:pt x="2543175" y="1895508"/>
                </a:cubicBezTo>
                <a:cubicBezTo>
                  <a:pt x="2521395" y="1900953"/>
                  <a:pt x="2498392" y="1900057"/>
                  <a:pt x="2476500" y="1905033"/>
                </a:cubicBezTo>
                <a:cubicBezTo>
                  <a:pt x="2428436" y="1915957"/>
                  <a:pt x="2381443" y="1931179"/>
                  <a:pt x="2333625" y="1943133"/>
                </a:cubicBezTo>
                <a:cubicBezTo>
                  <a:pt x="2279832" y="1956581"/>
                  <a:pt x="2225067" y="1966181"/>
                  <a:pt x="2171700" y="1981233"/>
                </a:cubicBezTo>
                <a:cubicBezTo>
                  <a:pt x="2101152" y="2001131"/>
                  <a:pt x="2034268" y="2034796"/>
                  <a:pt x="1962150" y="2047908"/>
                </a:cubicBezTo>
                <a:cubicBezTo>
                  <a:pt x="1748302" y="2086789"/>
                  <a:pt x="1972389" y="2044353"/>
                  <a:pt x="1733550" y="2095533"/>
                </a:cubicBezTo>
                <a:cubicBezTo>
                  <a:pt x="1686060" y="2105709"/>
                  <a:pt x="1637573" y="2111482"/>
                  <a:pt x="1590675" y="2124108"/>
                </a:cubicBezTo>
                <a:cubicBezTo>
                  <a:pt x="1554790" y="2133769"/>
                  <a:pt x="1520150" y="2147787"/>
                  <a:pt x="1485900" y="2162208"/>
                </a:cubicBezTo>
                <a:cubicBezTo>
                  <a:pt x="1459727" y="2173228"/>
                  <a:pt x="1436780" y="2191756"/>
                  <a:pt x="1409700" y="2200308"/>
                </a:cubicBezTo>
                <a:cubicBezTo>
                  <a:pt x="1375850" y="2210997"/>
                  <a:pt x="1339449" y="2211102"/>
                  <a:pt x="1304925" y="2219358"/>
                </a:cubicBezTo>
                <a:cubicBezTo>
                  <a:pt x="1193331" y="2246043"/>
                  <a:pt x="1082197" y="2274709"/>
                  <a:pt x="971550" y="2305083"/>
                </a:cubicBezTo>
                <a:cubicBezTo>
                  <a:pt x="920226" y="2319172"/>
                  <a:pt x="869338" y="2334994"/>
                  <a:pt x="819150" y="2352708"/>
                </a:cubicBezTo>
                <a:cubicBezTo>
                  <a:pt x="761326" y="2373116"/>
                  <a:pt x="647700" y="2419383"/>
                  <a:pt x="647700" y="2419383"/>
                </a:cubicBezTo>
                <a:cubicBezTo>
                  <a:pt x="549841" y="2566171"/>
                  <a:pt x="674083" y="2384206"/>
                  <a:pt x="561975" y="2533683"/>
                </a:cubicBezTo>
                <a:cubicBezTo>
                  <a:pt x="548238" y="2551999"/>
                  <a:pt x="537612" y="2572517"/>
                  <a:pt x="523875" y="2590833"/>
                </a:cubicBezTo>
                <a:cubicBezTo>
                  <a:pt x="489957" y="2636056"/>
                  <a:pt x="451957" y="2678183"/>
                  <a:pt x="419100" y="2724183"/>
                </a:cubicBezTo>
                <a:cubicBezTo>
                  <a:pt x="256634" y="2951635"/>
                  <a:pt x="474460" y="2654404"/>
                  <a:pt x="323850" y="2838483"/>
                </a:cubicBezTo>
                <a:cubicBezTo>
                  <a:pt x="262385" y="2913607"/>
                  <a:pt x="311848" y="2884671"/>
                  <a:pt x="228600" y="2952783"/>
                </a:cubicBezTo>
                <a:cubicBezTo>
                  <a:pt x="214272" y="2964506"/>
                  <a:pt x="195786" y="2970250"/>
                  <a:pt x="180975" y="2981358"/>
                </a:cubicBezTo>
                <a:cubicBezTo>
                  <a:pt x="170199" y="2989440"/>
                  <a:pt x="163475" y="3002266"/>
                  <a:pt x="152400" y="3009933"/>
                </a:cubicBezTo>
                <a:cubicBezTo>
                  <a:pt x="121957" y="3031009"/>
                  <a:pt x="88900" y="3048033"/>
                  <a:pt x="57150" y="3067083"/>
                </a:cubicBezTo>
                <a:cubicBezTo>
                  <a:pt x="6802" y="3097292"/>
                  <a:pt x="28038" y="3095658"/>
                  <a:pt x="0" y="3095658"/>
                </a:cubicBezTo>
                <a:lnTo>
                  <a:pt x="19050" y="695358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91DDB1-8BC5-45CE-E020-F84475835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9707" flipH="1">
            <a:off x="10638360" y="5341409"/>
            <a:ext cx="1375207" cy="13740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DEB162-FBAB-21C4-4A9D-6F8CFC7CF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1208" y="2293899"/>
            <a:ext cx="3963208" cy="2229305"/>
          </a:xfrm>
          <a:prstGeom prst="rect">
            <a:avLst/>
          </a:prstGeom>
        </p:spPr>
      </p:pic>
      <p:pic>
        <p:nvPicPr>
          <p:cNvPr id="6" name="Picture 5">
            <a:hlinkClick r:id="rId6" action="ppaction://hlinksldjump"/>
            <a:extLst>
              <a:ext uri="{FF2B5EF4-FFF2-40B4-BE49-F238E27FC236}">
                <a16:creationId xmlns:a16="http://schemas.microsoft.com/office/drawing/2014/main" id="{C94DCAC0-B53D-A984-5F1B-B65CBA39AB7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1E09DE-CA9A-497A-2860-90F014193A1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5000"/>
          </a:blip>
          <a:stretch>
            <a:fillRect/>
          </a:stretch>
        </p:blipFill>
        <p:spPr>
          <a:xfrm>
            <a:off x="-238458" y="-209916"/>
            <a:ext cx="12849558" cy="7170423"/>
          </a:xfrm>
          <a:prstGeom prst="rect">
            <a:avLst/>
          </a:prstGeom>
        </p:spPr>
      </p:pic>
      <p:sp>
        <p:nvSpPr>
          <p:cNvPr id="8" name="Freeform: Shape 7">
            <a:hlinkClick r:id="rId9" action="ppaction://hlinksldjump"/>
            <a:extLst>
              <a:ext uri="{FF2B5EF4-FFF2-40B4-BE49-F238E27FC236}">
                <a16:creationId xmlns:a16="http://schemas.microsoft.com/office/drawing/2014/main" id="{DDAEF4A7-F14B-B4DA-592F-BB68DD371569}"/>
              </a:ext>
            </a:extLst>
          </p:cNvPr>
          <p:cNvSpPr/>
          <p:nvPr/>
        </p:nvSpPr>
        <p:spPr>
          <a:xfrm>
            <a:off x="-571500" y="-923925"/>
            <a:ext cx="13298134" cy="4362450"/>
          </a:xfrm>
          <a:custGeom>
            <a:avLst/>
            <a:gdLst>
              <a:gd name="csX0" fmla="*/ 285750 w 13298134"/>
              <a:gd name="csY0" fmla="*/ 4362450 h 4362450"/>
              <a:gd name="csX1" fmla="*/ 285750 w 13298134"/>
              <a:gd name="csY1" fmla="*/ 4362450 h 4362450"/>
              <a:gd name="csX2" fmla="*/ 390525 w 13298134"/>
              <a:gd name="csY2" fmla="*/ 4257675 h 4362450"/>
              <a:gd name="csX3" fmla="*/ 647700 w 13298134"/>
              <a:gd name="csY3" fmla="*/ 3962400 h 4362450"/>
              <a:gd name="csX4" fmla="*/ 904875 w 13298134"/>
              <a:gd name="csY4" fmla="*/ 3743325 h 4362450"/>
              <a:gd name="csX5" fmla="*/ 933450 w 13298134"/>
              <a:gd name="csY5" fmla="*/ 3714750 h 4362450"/>
              <a:gd name="csX6" fmla="*/ 1019175 w 13298134"/>
              <a:gd name="csY6" fmla="*/ 3686175 h 4362450"/>
              <a:gd name="csX7" fmla="*/ 1104900 w 13298134"/>
              <a:gd name="csY7" fmla="*/ 3638550 h 4362450"/>
              <a:gd name="csX8" fmla="*/ 1190625 w 13298134"/>
              <a:gd name="csY8" fmla="*/ 3600450 h 4362450"/>
              <a:gd name="csX9" fmla="*/ 1219200 w 13298134"/>
              <a:gd name="csY9" fmla="*/ 3581400 h 4362450"/>
              <a:gd name="csX10" fmla="*/ 1381125 w 13298134"/>
              <a:gd name="csY10" fmla="*/ 3533775 h 4362450"/>
              <a:gd name="csX11" fmla="*/ 1724025 w 13298134"/>
              <a:gd name="csY11" fmla="*/ 3400425 h 4362450"/>
              <a:gd name="csX12" fmla="*/ 1847850 w 13298134"/>
              <a:gd name="csY12" fmla="*/ 3352800 h 4362450"/>
              <a:gd name="csX13" fmla="*/ 2981325 w 13298134"/>
              <a:gd name="csY13" fmla="*/ 3248025 h 4362450"/>
              <a:gd name="csX14" fmla="*/ 3219450 w 13298134"/>
              <a:gd name="csY14" fmla="*/ 3200400 h 4362450"/>
              <a:gd name="csX15" fmla="*/ 3409950 w 13298134"/>
              <a:gd name="csY15" fmla="*/ 3162300 h 4362450"/>
              <a:gd name="csX16" fmla="*/ 3648075 w 13298134"/>
              <a:gd name="csY16" fmla="*/ 3028950 h 4362450"/>
              <a:gd name="csX17" fmla="*/ 3933825 w 13298134"/>
              <a:gd name="csY17" fmla="*/ 2886075 h 4362450"/>
              <a:gd name="csX18" fmla="*/ 4333875 w 13298134"/>
              <a:gd name="csY18" fmla="*/ 2857500 h 4362450"/>
              <a:gd name="csX19" fmla="*/ 5000625 w 13298134"/>
              <a:gd name="csY19" fmla="*/ 2800350 h 4362450"/>
              <a:gd name="csX20" fmla="*/ 5248275 w 13298134"/>
              <a:gd name="csY20" fmla="*/ 2781300 h 4362450"/>
              <a:gd name="csX21" fmla="*/ 6324600 w 13298134"/>
              <a:gd name="csY21" fmla="*/ 2752725 h 4362450"/>
              <a:gd name="csX22" fmla="*/ 6791325 w 13298134"/>
              <a:gd name="csY22" fmla="*/ 2724150 h 4362450"/>
              <a:gd name="csX23" fmla="*/ 6905625 w 13298134"/>
              <a:gd name="csY23" fmla="*/ 2714625 h 4362450"/>
              <a:gd name="csX24" fmla="*/ 8248650 w 13298134"/>
              <a:gd name="csY24" fmla="*/ 2781300 h 4362450"/>
              <a:gd name="csX25" fmla="*/ 8924925 w 13298134"/>
              <a:gd name="csY25" fmla="*/ 2905125 h 4362450"/>
              <a:gd name="csX26" fmla="*/ 9315450 w 13298134"/>
              <a:gd name="csY26" fmla="*/ 2952750 h 4362450"/>
              <a:gd name="csX27" fmla="*/ 9467850 w 13298134"/>
              <a:gd name="csY27" fmla="*/ 2981325 h 4362450"/>
              <a:gd name="csX28" fmla="*/ 9667875 w 13298134"/>
              <a:gd name="csY28" fmla="*/ 3009900 h 4362450"/>
              <a:gd name="csX29" fmla="*/ 9991725 w 13298134"/>
              <a:gd name="csY29" fmla="*/ 3124200 h 4362450"/>
              <a:gd name="csX30" fmla="*/ 10391775 w 13298134"/>
              <a:gd name="csY30" fmla="*/ 3219450 h 4362450"/>
              <a:gd name="csX31" fmla="*/ 10648950 w 13298134"/>
              <a:gd name="csY31" fmla="*/ 3248025 h 4362450"/>
              <a:gd name="csX32" fmla="*/ 11029950 w 13298134"/>
              <a:gd name="csY32" fmla="*/ 3371850 h 4362450"/>
              <a:gd name="csX33" fmla="*/ 11182350 w 13298134"/>
              <a:gd name="csY33" fmla="*/ 3419475 h 4362450"/>
              <a:gd name="csX34" fmla="*/ 11687175 w 13298134"/>
              <a:gd name="csY34" fmla="*/ 3648075 h 4362450"/>
              <a:gd name="csX35" fmla="*/ 12230100 w 13298134"/>
              <a:gd name="csY35" fmla="*/ 3810000 h 4362450"/>
              <a:gd name="csX36" fmla="*/ 12468225 w 13298134"/>
              <a:gd name="csY36" fmla="*/ 3876675 h 4362450"/>
              <a:gd name="csX37" fmla="*/ 12649200 w 13298134"/>
              <a:gd name="csY37" fmla="*/ 3981450 h 4362450"/>
              <a:gd name="csX38" fmla="*/ 12944475 w 13298134"/>
              <a:gd name="csY38" fmla="*/ 4114800 h 4362450"/>
              <a:gd name="csX39" fmla="*/ 13144500 w 13298134"/>
              <a:gd name="csY39" fmla="*/ 4257675 h 4362450"/>
              <a:gd name="csX40" fmla="*/ 13268325 w 13298134"/>
              <a:gd name="csY40" fmla="*/ 3181350 h 4362450"/>
              <a:gd name="csX41" fmla="*/ 12839700 w 13298134"/>
              <a:gd name="csY41" fmla="*/ 714375 h 4362450"/>
              <a:gd name="csX42" fmla="*/ 12801600 w 13298134"/>
              <a:gd name="csY42" fmla="*/ 361950 h 4362450"/>
              <a:gd name="csX43" fmla="*/ 12763500 w 13298134"/>
              <a:gd name="csY43" fmla="*/ 238125 h 4362450"/>
              <a:gd name="csX44" fmla="*/ 12020550 w 13298134"/>
              <a:gd name="csY44" fmla="*/ 247650 h 4362450"/>
              <a:gd name="csX45" fmla="*/ 5229225 w 13298134"/>
              <a:gd name="csY45" fmla="*/ 180975 h 4362450"/>
              <a:gd name="csX46" fmla="*/ 3667125 w 13298134"/>
              <a:gd name="csY46" fmla="*/ 66675 h 4362450"/>
              <a:gd name="csX47" fmla="*/ 2552700 w 13298134"/>
              <a:gd name="csY47" fmla="*/ 0 h 4362450"/>
              <a:gd name="csX48" fmla="*/ 1123950 w 13298134"/>
              <a:gd name="csY48" fmla="*/ 76200 h 4362450"/>
              <a:gd name="csX49" fmla="*/ 657225 w 13298134"/>
              <a:gd name="csY49" fmla="*/ 209550 h 4362450"/>
              <a:gd name="csX50" fmla="*/ 219075 w 13298134"/>
              <a:gd name="csY50" fmla="*/ 409575 h 4362450"/>
              <a:gd name="csX51" fmla="*/ 142875 w 13298134"/>
              <a:gd name="csY51" fmla="*/ 2790825 h 4362450"/>
              <a:gd name="csX52" fmla="*/ 114300 w 13298134"/>
              <a:gd name="csY52" fmla="*/ 3429000 h 4362450"/>
              <a:gd name="csX53" fmla="*/ 76200 w 13298134"/>
              <a:gd name="csY53" fmla="*/ 3581400 h 4362450"/>
              <a:gd name="csX54" fmla="*/ 47625 w 13298134"/>
              <a:gd name="csY54" fmla="*/ 3790950 h 4362450"/>
              <a:gd name="csX55" fmla="*/ 0 w 13298134"/>
              <a:gd name="csY55" fmla="*/ 4038600 h 4362450"/>
              <a:gd name="csX56" fmla="*/ 9525 w 13298134"/>
              <a:gd name="csY56" fmla="*/ 4257675 h 4362450"/>
              <a:gd name="csX57" fmla="*/ 28575 w 13298134"/>
              <a:gd name="csY57" fmla="*/ 4286250 h 4362450"/>
              <a:gd name="csX58" fmla="*/ 114300 w 13298134"/>
              <a:gd name="csY58" fmla="*/ 4295775 h 4362450"/>
              <a:gd name="csX59" fmla="*/ 504825 w 13298134"/>
              <a:gd name="csY59" fmla="*/ 4267200 h 4362450"/>
              <a:gd name="csX60" fmla="*/ 552450 w 13298134"/>
              <a:gd name="csY60" fmla="*/ 4248150 h 4362450"/>
              <a:gd name="csX61" fmla="*/ 590550 w 13298134"/>
              <a:gd name="csY61" fmla="*/ 4191000 h 4362450"/>
              <a:gd name="csX62" fmla="*/ 647700 w 13298134"/>
              <a:gd name="csY62" fmla="*/ 4114800 h 4362450"/>
              <a:gd name="csX63" fmla="*/ 666750 w 13298134"/>
              <a:gd name="csY63" fmla="*/ 4019550 h 4362450"/>
              <a:gd name="csX64" fmla="*/ 285750 w 13298134"/>
              <a:gd name="csY64" fmla="*/ 4362450 h 4362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3298134" h="4362450">
                <a:moveTo>
                  <a:pt x="285750" y="4362450"/>
                </a:moveTo>
                <a:lnTo>
                  <a:pt x="285750" y="4362450"/>
                </a:lnTo>
                <a:cubicBezTo>
                  <a:pt x="320675" y="4327525"/>
                  <a:pt x="357800" y="4294669"/>
                  <a:pt x="390525" y="4257675"/>
                </a:cubicBezTo>
                <a:cubicBezTo>
                  <a:pt x="531188" y="4098665"/>
                  <a:pt x="482677" y="4115635"/>
                  <a:pt x="647700" y="3962400"/>
                </a:cubicBezTo>
                <a:cubicBezTo>
                  <a:pt x="730221" y="3885773"/>
                  <a:pt x="825246" y="3822954"/>
                  <a:pt x="904875" y="3743325"/>
                </a:cubicBezTo>
                <a:cubicBezTo>
                  <a:pt x="914400" y="3733800"/>
                  <a:pt x="921402" y="3720774"/>
                  <a:pt x="933450" y="3714750"/>
                </a:cubicBezTo>
                <a:cubicBezTo>
                  <a:pt x="960391" y="3701280"/>
                  <a:pt x="991650" y="3698408"/>
                  <a:pt x="1019175" y="3686175"/>
                </a:cubicBezTo>
                <a:cubicBezTo>
                  <a:pt x="1049046" y="3672899"/>
                  <a:pt x="1075662" y="3653169"/>
                  <a:pt x="1104900" y="3638550"/>
                </a:cubicBezTo>
                <a:cubicBezTo>
                  <a:pt x="1132869" y="3624566"/>
                  <a:pt x="1162656" y="3614434"/>
                  <a:pt x="1190625" y="3600450"/>
                </a:cubicBezTo>
                <a:cubicBezTo>
                  <a:pt x="1200864" y="3595330"/>
                  <a:pt x="1208340" y="3585020"/>
                  <a:pt x="1219200" y="3581400"/>
                </a:cubicBezTo>
                <a:cubicBezTo>
                  <a:pt x="1399426" y="3521325"/>
                  <a:pt x="1214481" y="3605194"/>
                  <a:pt x="1381125" y="3533775"/>
                </a:cubicBezTo>
                <a:cubicBezTo>
                  <a:pt x="1700305" y="3396983"/>
                  <a:pt x="1249151" y="3571907"/>
                  <a:pt x="1724025" y="3400425"/>
                </a:cubicBezTo>
                <a:cubicBezTo>
                  <a:pt x="1765619" y="3385405"/>
                  <a:pt x="1803957" y="3358190"/>
                  <a:pt x="1847850" y="3352800"/>
                </a:cubicBezTo>
                <a:cubicBezTo>
                  <a:pt x="2586563" y="3262081"/>
                  <a:pt x="2208819" y="3297864"/>
                  <a:pt x="2981325" y="3248025"/>
                </a:cubicBezTo>
                <a:lnTo>
                  <a:pt x="3219450" y="3200400"/>
                </a:lnTo>
                <a:cubicBezTo>
                  <a:pt x="3413741" y="3162621"/>
                  <a:pt x="3239505" y="3200177"/>
                  <a:pt x="3409950" y="3162300"/>
                </a:cubicBezTo>
                <a:cubicBezTo>
                  <a:pt x="3508771" y="3088185"/>
                  <a:pt x="3431589" y="3142890"/>
                  <a:pt x="3648075" y="3028950"/>
                </a:cubicBezTo>
                <a:cubicBezTo>
                  <a:pt x="3657645" y="3023913"/>
                  <a:pt x="3897859" y="2892926"/>
                  <a:pt x="3933825" y="2886075"/>
                </a:cubicBezTo>
                <a:cubicBezTo>
                  <a:pt x="3936181" y="2885626"/>
                  <a:pt x="4259392" y="2864483"/>
                  <a:pt x="4333875" y="2857500"/>
                </a:cubicBezTo>
                <a:cubicBezTo>
                  <a:pt x="5445595" y="2753276"/>
                  <a:pt x="4447092" y="2837252"/>
                  <a:pt x="5000625" y="2800350"/>
                </a:cubicBezTo>
                <a:cubicBezTo>
                  <a:pt x="5083235" y="2794843"/>
                  <a:pt x="5165535" y="2784276"/>
                  <a:pt x="5248275" y="2781300"/>
                </a:cubicBezTo>
                <a:lnTo>
                  <a:pt x="6324600" y="2752725"/>
                </a:lnTo>
                <a:lnTo>
                  <a:pt x="6791325" y="2724150"/>
                </a:lnTo>
                <a:cubicBezTo>
                  <a:pt x="6829475" y="2721648"/>
                  <a:pt x="6867430" y="2712950"/>
                  <a:pt x="6905625" y="2714625"/>
                </a:cubicBezTo>
                <a:cubicBezTo>
                  <a:pt x="8900372" y="2802114"/>
                  <a:pt x="7209409" y="2754653"/>
                  <a:pt x="8248650" y="2781300"/>
                </a:cubicBezTo>
                <a:cubicBezTo>
                  <a:pt x="8495211" y="2830612"/>
                  <a:pt x="8657787" y="2865208"/>
                  <a:pt x="8924925" y="2905125"/>
                </a:cubicBezTo>
                <a:cubicBezTo>
                  <a:pt x="9054624" y="2924505"/>
                  <a:pt x="9185583" y="2934523"/>
                  <a:pt x="9315450" y="2952750"/>
                </a:cubicBezTo>
                <a:cubicBezTo>
                  <a:pt x="9366634" y="2959934"/>
                  <a:pt x="9416831" y="2973052"/>
                  <a:pt x="9467850" y="2981325"/>
                </a:cubicBezTo>
                <a:cubicBezTo>
                  <a:pt x="9534333" y="2992106"/>
                  <a:pt x="9601200" y="3000375"/>
                  <a:pt x="9667875" y="3009900"/>
                </a:cubicBezTo>
                <a:cubicBezTo>
                  <a:pt x="9775825" y="3048000"/>
                  <a:pt x="9882562" y="3089728"/>
                  <a:pt x="9991725" y="3124200"/>
                </a:cubicBezTo>
                <a:cubicBezTo>
                  <a:pt x="10065635" y="3147540"/>
                  <a:pt x="10304256" y="3206132"/>
                  <a:pt x="10391775" y="3219450"/>
                </a:cubicBezTo>
                <a:cubicBezTo>
                  <a:pt x="10477046" y="3232426"/>
                  <a:pt x="10563225" y="3238500"/>
                  <a:pt x="10648950" y="3248025"/>
                </a:cubicBezTo>
                <a:lnTo>
                  <a:pt x="11029950" y="3371850"/>
                </a:lnTo>
                <a:cubicBezTo>
                  <a:pt x="11080620" y="3388137"/>
                  <a:pt x="11133867" y="3397520"/>
                  <a:pt x="11182350" y="3419475"/>
                </a:cubicBezTo>
                <a:cubicBezTo>
                  <a:pt x="11350625" y="3495675"/>
                  <a:pt x="11510156" y="3595280"/>
                  <a:pt x="11687175" y="3648075"/>
                </a:cubicBezTo>
                <a:lnTo>
                  <a:pt x="12230100" y="3810000"/>
                </a:lnTo>
                <a:cubicBezTo>
                  <a:pt x="12309209" y="3833154"/>
                  <a:pt x="12468225" y="3876675"/>
                  <a:pt x="12468225" y="3876675"/>
                </a:cubicBezTo>
                <a:cubicBezTo>
                  <a:pt x="12528550" y="3911600"/>
                  <a:pt x="12585672" y="3952760"/>
                  <a:pt x="12649200" y="3981450"/>
                </a:cubicBezTo>
                <a:cubicBezTo>
                  <a:pt x="12747625" y="4025900"/>
                  <a:pt x="12850708" y="4061219"/>
                  <a:pt x="12944475" y="4114800"/>
                </a:cubicBezTo>
                <a:cubicBezTo>
                  <a:pt x="13279309" y="4306134"/>
                  <a:pt x="13025681" y="4218069"/>
                  <a:pt x="13144500" y="4257675"/>
                </a:cubicBezTo>
                <a:cubicBezTo>
                  <a:pt x="13314803" y="3841380"/>
                  <a:pt x="13322424" y="3890045"/>
                  <a:pt x="13268325" y="3181350"/>
                </a:cubicBezTo>
                <a:cubicBezTo>
                  <a:pt x="13179881" y="2022740"/>
                  <a:pt x="13072633" y="1690474"/>
                  <a:pt x="12839700" y="714375"/>
                </a:cubicBezTo>
                <a:cubicBezTo>
                  <a:pt x="12827000" y="596900"/>
                  <a:pt x="12820268" y="478625"/>
                  <a:pt x="12801600" y="361950"/>
                </a:cubicBezTo>
                <a:cubicBezTo>
                  <a:pt x="12794777" y="319308"/>
                  <a:pt x="12806230" y="244378"/>
                  <a:pt x="12763500" y="238125"/>
                </a:cubicBezTo>
                <a:cubicBezTo>
                  <a:pt x="12518440" y="202263"/>
                  <a:pt x="12268200" y="244475"/>
                  <a:pt x="12020550" y="247650"/>
                </a:cubicBezTo>
                <a:lnTo>
                  <a:pt x="5229225" y="180975"/>
                </a:lnTo>
                <a:cubicBezTo>
                  <a:pt x="4707560" y="159874"/>
                  <a:pt x="4188028" y="101896"/>
                  <a:pt x="3667125" y="66675"/>
                </a:cubicBezTo>
                <a:lnTo>
                  <a:pt x="2552700" y="0"/>
                </a:lnTo>
                <a:cubicBezTo>
                  <a:pt x="2076450" y="25400"/>
                  <a:pt x="1597989" y="23794"/>
                  <a:pt x="1123950" y="76200"/>
                </a:cubicBezTo>
                <a:cubicBezTo>
                  <a:pt x="963129" y="93979"/>
                  <a:pt x="812202" y="163057"/>
                  <a:pt x="657225" y="209550"/>
                </a:cubicBezTo>
                <a:cubicBezTo>
                  <a:pt x="512033" y="253108"/>
                  <a:pt x="334277" y="353620"/>
                  <a:pt x="219075" y="409575"/>
                </a:cubicBezTo>
                <a:cubicBezTo>
                  <a:pt x="193675" y="1203325"/>
                  <a:pt x="170416" y="1997146"/>
                  <a:pt x="142875" y="2790825"/>
                </a:cubicBezTo>
                <a:cubicBezTo>
                  <a:pt x="135490" y="3003635"/>
                  <a:pt x="132195" y="3216815"/>
                  <a:pt x="114300" y="3429000"/>
                </a:cubicBezTo>
                <a:cubicBezTo>
                  <a:pt x="109899" y="3481178"/>
                  <a:pt x="85686" y="3529903"/>
                  <a:pt x="76200" y="3581400"/>
                </a:cubicBezTo>
                <a:cubicBezTo>
                  <a:pt x="63429" y="3650730"/>
                  <a:pt x="59215" y="3721413"/>
                  <a:pt x="47625" y="3790950"/>
                </a:cubicBezTo>
                <a:cubicBezTo>
                  <a:pt x="33805" y="3873869"/>
                  <a:pt x="15875" y="3956050"/>
                  <a:pt x="0" y="4038600"/>
                </a:cubicBezTo>
                <a:cubicBezTo>
                  <a:pt x="3175" y="4111625"/>
                  <a:pt x="1147" y="4185063"/>
                  <a:pt x="9525" y="4257675"/>
                </a:cubicBezTo>
                <a:cubicBezTo>
                  <a:pt x="10837" y="4269047"/>
                  <a:pt x="17817" y="4282338"/>
                  <a:pt x="28575" y="4286250"/>
                </a:cubicBezTo>
                <a:cubicBezTo>
                  <a:pt x="55595" y="4296075"/>
                  <a:pt x="85725" y="4292600"/>
                  <a:pt x="114300" y="4295775"/>
                </a:cubicBezTo>
                <a:cubicBezTo>
                  <a:pt x="244475" y="4286250"/>
                  <a:pt x="375066" y="4281304"/>
                  <a:pt x="504825" y="4267200"/>
                </a:cubicBezTo>
                <a:cubicBezTo>
                  <a:pt x="521823" y="4265352"/>
                  <a:pt x="539671" y="4259509"/>
                  <a:pt x="552450" y="4248150"/>
                </a:cubicBezTo>
                <a:cubicBezTo>
                  <a:pt x="569562" y="4232939"/>
                  <a:pt x="575234" y="4208018"/>
                  <a:pt x="590550" y="4191000"/>
                </a:cubicBezTo>
                <a:cubicBezTo>
                  <a:pt x="654627" y="4119803"/>
                  <a:pt x="629233" y="4188669"/>
                  <a:pt x="647700" y="4114800"/>
                </a:cubicBezTo>
                <a:lnTo>
                  <a:pt x="666750" y="4019550"/>
                </a:lnTo>
                <a:lnTo>
                  <a:pt x="285750" y="4362450"/>
                </a:lnTo>
                <a:close/>
              </a:path>
            </a:pathLst>
          </a:custGeom>
          <a:solidFill>
            <a:schemeClr val="tx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416108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11240-9C6A-24E7-9A2D-3B268ABA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D5FF655-0C64-9339-5CF7-51DBE7C6CF34}"/>
              </a:ext>
            </a:extLst>
          </p:cNvPr>
          <p:cNvSpPr/>
          <p:nvPr/>
        </p:nvSpPr>
        <p:spPr>
          <a:xfrm>
            <a:off x="6335486" y="188686"/>
            <a:ext cx="5631543" cy="6691085"/>
          </a:xfrm>
          <a:custGeom>
            <a:avLst/>
            <a:gdLst>
              <a:gd name="csX0" fmla="*/ 174171 w 5631543"/>
              <a:gd name="csY0" fmla="*/ 0 h 6691085"/>
              <a:gd name="csX1" fmla="*/ 5631543 w 5631543"/>
              <a:gd name="csY1" fmla="*/ 1211943 h 6691085"/>
              <a:gd name="csX2" fmla="*/ 5602514 w 5631543"/>
              <a:gd name="csY2" fmla="*/ 6683828 h 6691085"/>
              <a:gd name="csX3" fmla="*/ 1161143 w 5631543"/>
              <a:gd name="csY3" fmla="*/ 6691085 h 6691085"/>
              <a:gd name="csX4" fmla="*/ 0 w 5631543"/>
              <a:gd name="csY4" fmla="*/ 5900057 h 6691085"/>
              <a:gd name="csX5" fmla="*/ 174171 w 5631543"/>
              <a:gd name="csY5" fmla="*/ 0 h 6691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631543" h="6691085">
                <a:moveTo>
                  <a:pt x="174171" y="0"/>
                </a:moveTo>
                <a:lnTo>
                  <a:pt x="5631543" y="1211943"/>
                </a:lnTo>
                <a:lnTo>
                  <a:pt x="5602514" y="6683828"/>
                </a:lnTo>
                <a:lnTo>
                  <a:pt x="1161143" y="6691085"/>
                </a:lnTo>
                <a:lnTo>
                  <a:pt x="0" y="5900057"/>
                </a:lnTo>
                <a:lnTo>
                  <a:pt x="174171" y="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436D27-75E7-2A79-7520-EFFF7EA14B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77E314-0B42-7823-4EFF-B3B1DC01EB6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4000"/>
          </a:blip>
          <a:srcRect l="26381" t="55488" r="50870" b="17316"/>
          <a:stretch>
            <a:fillRect/>
          </a:stretch>
        </p:blipFill>
        <p:spPr>
          <a:xfrm>
            <a:off x="975427" y="4311938"/>
            <a:ext cx="6254048" cy="4205478"/>
          </a:xfrm>
          <a:prstGeom prst="rect">
            <a:avLst/>
          </a:prstGeom>
        </p:spPr>
      </p:pic>
      <p:pic>
        <p:nvPicPr>
          <p:cNvPr id="8" name="Picture 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148B949-C6D5-91BA-D1A6-C90EC5FBD2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93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E1F1A-82ED-7DA8-E496-387CC141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8B43AF-5B12-4BA8-1875-1F7769DB32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3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sp>
        <p:nvSpPr>
          <p:cNvPr id="4" name="Freeform: Shap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24B5B55-6DCB-3B2C-6167-79F150C00BEA}"/>
              </a:ext>
            </a:extLst>
          </p:cNvPr>
          <p:cNvSpPr/>
          <p:nvPr/>
        </p:nvSpPr>
        <p:spPr>
          <a:xfrm>
            <a:off x="6335486" y="188686"/>
            <a:ext cx="5631543" cy="6691085"/>
          </a:xfrm>
          <a:custGeom>
            <a:avLst/>
            <a:gdLst>
              <a:gd name="csX0" fmla="*/ 174171 w 5631543"/>
              <a:gd name="csY0" fmla="*/ 0 h 6691085"/>
              <a:gd name="csX1" fmla="*/ 5631543 w 5631543"/>
              <a:gd name="csY1" fmla="*/ 1211943 h 6691085"/>
              <a:gd name="csX2" fmla="*/ 5602514 w 5631543"/>
              <a:gd name="csY2" fmla="*/ 6683828 h 6691085"/>
              <a:gd name="csX3" fmla="*/ 1161143 w 5631543"/>
              <a:gd name="csY3" fmla="*/ 6691085 h 6691085"/>
              <a:gd name="csX4" fmla="*/ 0 w 5631543"/>
              <a:gd name="csY4" fmla="*/ 5900057 h 6691085"/>
              <a:gd name="csX5" fmla="*/ 174171 w 5631543"/>
              <a:gd name="csY5" fmla="*/ 0 h 6691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631543" h="6691085">
                <a:moveTo>
                  <a:pt x="174171" y="0"/>
                </a:moveTo>
                <a:lnTo>
                  <a:pt x="5631543" y="1211943"/>
                </a:lnTo>
                <a:lnTo>
                  <a:pt x="5602514" y="6683828"/>
                </a:lnTo>
                <a:lnTo>
                  <a:pt x="1161143" y="6691085"/>
                </a:lnTo>
                <a:lnTo>
                  <a:pt x="0" y="5900057"/>
                </a:lnTo>
                <a:lnTo>
                  <a:pt x="174171" y="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F03A77-6C49-599F-64DE-FBAE5D73F08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4000"/>
          </a:blip>
          <a:srcRect l="26381" t="55488" r="50870" b="17316"/>
          <a:stretch>
            <a:fillRect/>
          </a:stretch>
        </p:blipFill>
        <p:spPr>
          <a:xfrm>
            <a:off x="975427" y="4311938"/>
            <a:ext cx="6254048" cy="420547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A8DDF72-4DF7-F2B3-8B34-B942927325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022" t="9721" r="24219" b="14166"/>
          <a:stretch>
            <a:fillRect/>
          </a:stretch>
        </p:blipFill>
        <p:spPr>
          <a:xfrm>
            <a:off x="-2219712" y="6933729"/>
            <a:ext cx="1162823" cy="100051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7997726-FACF-1E45-4810-1F31F690EB70}"/>
              </a:ext>
            </a:extLst>
          </p:cNvPr>
          <p:cNvGrpSpPr/>
          <p:nvPr/>
        </p:nvGrpSpPr>
        <p:grpSpPr>
          <a:xfrm>
            <a:off x="371475" y="247289"/>
            <a:ext cx="11886329" cy="6610711"/>
            <a:chOff x="371475" y="247289"/>
            <a:chExt cx="11886329" cy="661071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C79B2E-B91B-AA1C-957B-858BFC5F3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6499" y="247289"/>
              <a:ext cx="11458037" cy="6445146"/>
            </a:xfrm>
            <a:prstGeom prst="rect">
              <a:avLst/>
            </a:prstGeom>
          </p:spPr>
        </p:pic>
        <p:sp>
          <p:nvSpPr>
            <p:cNvPr id="8" name="Rectangle 7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17327AC-E5E0-E9DE-5BAB-1E4820636FD2}"/>
                </a:ext>
              </a:extLst>
            </p:cNvPr>
            <p:cNvSpPr/>
            <p:nvPr/>
          </p:nvSpPr>
          <p:spPr>
            <a:xfrm>
              <a:off x="371475" y="581025"/>
              <a:ext cx="11886329" cy="6276975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60093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0F81A-3A02-7093-A663-D5C4B0B5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532DDF7-3702-322D-AEDB-4AE07CFEC7D4}"/>
              </a:ext>
            </a:extLst>
          </p:cNvPr>
          <p:cNvSpPr/>
          <p:nvPr/>
        </p:nvSpPr>
        <p:spPr>
          <a:xfrm>
            <a:off x="6335486" y="188686"/>
            <a:ext cx="5631543" cy="6691085"/>
          </a:xfrm>
          <a:custGeom>
            <a:avLst/>
            <a:gdLst>
              <a:gd name="csX0" fmla="*/ 174171 w 5631543"/>
              <a:gd name="csY0" fmla="*/ 0 h 6691085"/>
              <a:gd name="csX1" fmla="*/ 5631543 w 5631543"/>
              <a:gd name="csY1" fmla="*/ 1211943 h 6691085"/>
              <a:gd name="csX2" fmla="*/ 5602514 w 5631543"/>
              <a:gd name="csY2" fmla="*/ 6683828 h 6691085"/>
              <a:gd name="csX3" fmla="*/ 1161143 w 5631543"/>
              <a:gd name="csY3" fmla="*/ 6691085 h 6691085"/>
              <a:gd name="csX4" fmla="*/ 0 w 5631543"/>
              <a:gd name="csY4" fmla="*/ 5900057 h 6691085"/>
              <a:gd name="csX5" fmla="*/ 174171 w 5631543"/>
              <a:gd name="csY5" fmla="*/ 0 h 6691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631543" h="6691085">
                <a:moveTo>
                  <a:pt x="174171" y="0"/>
                </a:moveTo>
                <a:lnTo>
                  <a:pt x="5631543" y="1211943"/>
                </a:lnTo>
                <a:lnTo>
                  <a:pt x="5602514" y="6683828"/>
                </a:lnTo>
                <a:lnTo>
                  <a:pt x="1161143" y="6691085"/>
                </a:lnTo>
                <a:lnTo>
                  <a:pt x="0" y="5900057"/>
                </a:lnTo>
                <a:lnTo>
                  <a:pt x="174171" y="0"/>
                </a:lnTo>
                <a:close/>
              </a:path>
            </a:pathLst>
          </a:custGeom>
          <a:solidFill>
            <a:schemeClr val="accent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D3ABEF0-DD3E-4714-73F6-C53D0A7A9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9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11715-33DB-5C24-A350-BF2389D6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07E3AE-21B7-F12B-6BCB-AB992D375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58" y="1424270"/>
            <a:ext cx="5433730" cy="54337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F448B4-552D-183B-FEF4-29B68EE389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395515" y="811041"/>
            <a:ext cx="6066973" cy="60669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814E0B-BB47-167B-EC9F-6C9371A5A7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 flipH="1">
            <a:off x="1577547" y="811041"/>
            <a:ext cx="6046959" cy="6046959"/>
          </a:xfrm>
          <a:prstGeom prst="rect">
            <a:avLst/>
          </a:prstGeom>
        </p:spPr>
      </p:pic>
      <p:sp>
        <p:nvSpPr>
          <p:cNvPr id="12" name="Rectangle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6C91431-FEC7-7E69-87FD-92040A3BA14A}"/>
              </a:ext>
            </a:extLst>
          </p:cNvPr>
          <p:cNvSpPr/>
          <p:nvPr/>
        </p:nvSpPr>
        <p:spPr>
          <a:xfrm>
            <a:off x="1567540" y="1160795"/>
            <a:ext cx="3827339" cy="5697205"/>
          </a:xfrm>
          <a:prstGeom prst="rect">
            <a:avLst/>
          </a:prstGeom>
          <a:solidFill>
            <a:schemeClr val="bg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46594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AAA875-B503-4B54-852D-B16B132E8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48C3ED-3013-7086-36B6-1137567DBA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DDA5C0A-6D90-9262-70C9-9471BD0B13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7" name="Picture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C844357-75F5-1057-5701-81F90EBC47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sp>
        <p:nvSpPr>
          <p:cNvPr id="12" name="Rectangle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12D977E-CFFC-55C7-053A-DB14F138D78C}"/>
              </a:ext>
            </a:extLst>
          </p:cNvPr>
          <p:cNvSpPr/>
          <p:nvPr/>
        </p:nvSpPr>
        <p:spPr>
          <a:xfrm>
            <a:off x="447676" y="327647"/>
            <a:ext cx="11268074" cy="6768478"/>
          </a:xfrm>
          <a:prstGeom prst="rect">
            <a:avLst/>
          </a:prstGeom>
          <a:solidFill>
            <a:schemeClr val="bg1">
              <a:alpha val="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9953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D35DE6-3074-FA18-A856-B17B8BF54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61FF33-0E58-9AFE-9BEA-74A18B446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11" name="Pictur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9DE3680-3CF8-CDED-F66A-7195499A36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13" name="Picture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E607D76-45B7-3AAA-F660-B9A4C9661E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5CBB3D8-FB2B-3C5E-B8AF-76FBC1FFE934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D41192C-A7AF-B576-C6C3-02F538D39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8C3268-90EC-3E4E-3B21-A2CFFF3480CA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 got evidence but footage was unclear, I need to hear everyone’s alibis. Starting with you, Charlie.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57A9B7B-C7EE-6886-42F9-FEECEC873CE3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B596356-EE45-EF8A-2259-D4A0EF21F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298962-763D-D7E0-B268-8219CBA0DD31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2298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1A1BF-98E6-83B6-3C81-09843068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44754F-7709-5DFA-381B-301BBCA936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1118E3C-2C2C-B0F1-EEFF-8C4B82D05A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7" name="Picture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F16B055-C195-55C1-99CC-AA7762773E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C363095-DCD9-10CF-AA07-D43FBBDCFF39}"/>
              </a:ext>
            </a:extLst>
          </p:cNvPr>
          <p:cNvGrpSpPr/>
          <p:nvPr/>
        </p:nvGrpSpPr>
        <p:grpSpPr>
          <a:xfrm>
            <a:off x="-564135" y="3968607"/>
            <a:ext cx="13178645" cy="3800042"/>
            <a:chOff x="-564135" y="3968607"/>
            <a:chExt cx="13178645" cy="380004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39C6C95-223B-39C2-FA96-F9C0EDB77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738"/>
            <a:stretch>
              <a:fillRect/>
            </a:stretch>
          </p:blipFill>
          <p:spPr>
            <a:xfrm>
              <a:off x="-564135" y="3968607"/>
              <a:ext cx="13178645" cy="380004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E549B2-EBA1-B8DF-E4F6-19F0BD4DE0A9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R-right. I was at home around 4pm and I was watching TV. I suddenly received a phone call about Victoria and I rushed over here.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29D2A6-84C6-DE63-A978-5391336DD5E1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5" name="Picture 1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C2C8ABF-1D98-B2F5-93D0-E7ECF313D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E6A965-21A8-6805-AAD4-B3754C46561A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234331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B6A7DD-6408-0CB3-5498-FB34F35C4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7A6BA8-120A-553F-FDE1-6D17C0F11C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11" name="Pictur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CB36312-B957-CCD0-F978-A15940A45C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13" name="Picture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276B7F6-0DDA-680D-9CE5-41431B8773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87AA2B5-63AB-D029-E6A2-8FE6054BE7B6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BAFB21-DAEB-EC42-6D3B-96C0824A0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46524D-2773-B6B2-0A73-CD0162FD6707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Layla?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49B3A4B-34CC-D664-E6C1-0DA1D369515A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AA53619-CE98-2E78-0A2E-27CC6E43C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D6C9DE6-6D64-BD5A-E42A-017BA6C98E7D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999851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0040C-84A8-F1CA-C090-09855FE14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EBF0A84-6F6D-0255-0CCF-C9732C479E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3EDFD1E-41D2-87E3-D1B5-8E1E967A55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7" name="Picture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6043A45-FAEF-CD2D-B99E-C3A716A4EC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3805FF4-A84D-9952-44C3-803F46D13D90}"/>
              </a:ext>
            </a:extLst>
          </p:cNvPr>
          <p:cNvGrpSpPr/>
          <p:nvPr/>
        </p:nvGrpSpPr>
        <p:grpSpPr>
          <a:xfrm>
            <a:off x="-564134" y="4105275"/>
            <a:ext cx="13228096" cy="3663374"/>
            <a:chOff x="-564134" y="4105275"/>
            <a:chExt cx="13228096" cy="36633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10D956F-0434-299E-73DF-C2B75AA11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50767"/>
            <a:stretch>
              <a:fillRect/>
            </a:stretch>
          </p:blipFill>
          <p:spPr>
            <a:xfrm>
              <a:off x="-564134" y="4105275"/>
              <a:ext cx="13228096" cy="366337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23E34F-5CCA-B70D-9674-9DCC77630D6D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Like I said, I was in the bathroom. I was there for a while because uhm, I ate something wrong.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9B62F6-0DB7-C976-4B2B-7CF286D02F21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7" name="Picture 1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1C38E50-812E-0DAC-2407-E21973D7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05758F1-A216-E64B-E51C-F1D9EE079052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59544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6A103-03EA-4F82-8C01-EB396E40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DF26B66-A152-2D6E-D53C-D60A39E32A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16" name="Picture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032D30F-76FB-EDEC-4496-7D9DD3FD70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22" name="Picture 2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D3175AB-C9A2-23BD-0EBE-5252577D9E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765B9AC-40D9-0CC9-B472-FD7D14AAA4F7}"/>
              </a:ext>
            </a:extLst>
          </p:cNvPr>
          <p:cNvGrpSpPr/>
          <p:nvPr/>
        </p:nvGrpSpPr>
        <p:grpSpPr>
          <a:xfrm>
            <a:off x="-564134" y="4105275"/>
            <a:ext cx="13228096" cy="3663374"/>
            <a:chOff x="-564134" y="4105275"/>
            <a:chExt cx="13228096" cy="36633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056EC30-148B-5D36-C0EE-C72ABA8CD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50767"/>
            <a:stretch>
              <a:fillRect/>
            </a:stretch>
          </p:blipFill>
          <p:spPr>
            <a:xfrm>
              <a:off x="-564134" y="4105275"/>
              <a:ext cx="13228096" cy="366337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B714C9-E8AA-B4CA-B564-E9E53B3BB758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And out of nowhere I heard a scream or something. That’s all I can offer </a:t>
              </a:r>
              <a:r>
                <a:rPr lang="en-US" sz="1600" dirty="0" err="1">
                  <a:latin typeface="AaYuanWeiTuSi" panose="02010600010101010101" pitchFamily="2" charset="-122"/>
                  <a:ea typeface="AaYuanWeiTuSi" panose="02010600010101010101" pitchFamily="2" charset="-122"/>
                </a:rPr>
                <a:t>ya</a:t>
              </a:r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CA6B9-37B3-0DCC-8F93-1A3419DCF3B0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7" name="Picture 1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F5ED37B-33E3-4EDD-077C-CE0C732FF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DF6B580-07BD-2CE8-2104-E68C7D5E2349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649830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FBA54-EB7A-BB3B-97F4-7ABD3312E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47E7B0-1BB4-8139-C144-CA72F44F6E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11" name="Pictur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CAB4C7C-4440-63E7-05C0-EB5884EE62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13" name="Picture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F5E5E6A-DE69-D4A0-14EB-9BF4D9DF94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FDAFF18-D485-CCCD-ADF1-28B2075CF876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08E456B-7EC0-CF53-2520-3898ABA9A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450880-5F18-83F9-DB9A-07D0B3F1EBAB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Brian?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0DEF34E-0450-BE4D-7070-45E6E48BA67D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2015C70-EE02-7148-CDB3-00900B3CE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276480E-1C1F-EFEF-6F82-38D11AEA4F43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350350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334BE-6104-ABCD-AE69-58C235D5E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89E7EF6-4978-54A2-A736-EA00E0BA71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17" name="Picture 1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D1F4046-1E1D-E9B8-A93E-DFE79DB894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19" name="Picture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91F7646-E754-738D-4F6F-313E14A209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9EBF48B-E92E-4BFD-3F95-32433935AEFC}"/>
              </a:ext>
            </a:extLst>
          </p:cNvPr>
          <p:cNvGrpSpPr/>
          <p:nvPr/>
        </p:nvGrpSpPr>
        <p:grpSpPr>
          <a:xfrm>
            <a:off x="1611171" y="4048125"/>
            <a:ext cx="11003339" cy="3720524"/>
            <a:chOff x="1611171" y="4048125"/>
            <a:chExt cx="11003339" cy="37205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5761DDA-FDE3-3067-FBB3-C3C4A096C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6507" t="49811"/>
            <a:stretch>
              <a:fillRect/>
            </a:stretch>
          </p:blipFill>
          <p:spPr>
            <a:xfrm>
              <a:off x="1611171" y="4048125"/>
              <a:ext cx="11003339" cy="372052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622AD27-0C24-B1F9-6DC6-8F2C575F2692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 was talking to the property manager on the paperwork of the room I rented.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BB8633B-D35F-2CBA-EE3F-32FB75117EFD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0CFF552-D452-666A-80D6-ECF393E40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7EB8C1-7DCA-EE7F-E650-BF9A2A11F8B7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31644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714F2-7916-8B90-5EBD-30277C89C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3C6B1D-7C23-F8BB-E5AD-4ECE304C3C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11" name="Pictur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4D8AC1E-E3F5-E664-1F2F-1F5B0319F6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13" name="Picture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C679AE-28D0-21D6-EB80-4485157CE3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0F331D9-D176-A4A0-50B6-C117A7A7633B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B464393-38E5-0A4E-1DAD-ECC0F7089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4B0D73-6CC6-BD2E-8CEF-55D60AE5F698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Hmm… I wonder who is the culprit.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59C3D00-F39C-DBCF-8385-4214D28312C8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339157C-914B-7C18-8085-181CAC3C2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FF2187-3528-F8B0-0509-2C14A6930BFD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229080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5BA99-D031-A275-62D6-5BD07CA68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348FF00-83FA-0F7F-C66B-4AFFC61D9D60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2CA2B0F-2F01-4836-59A9-68B816227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AF83D3-59B9-CDF9-24A5-5A466625759E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Question more?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55FBFC-EF1B-7ADB-CBD3-B2DF8DF2E4DF}"/>
              </a:ext>
            </a:extLst>
          </p:cNvPr>
          <p:cNvGrpSpPr/>
          <p:nvPr/>
        </p:nvGrpSpPr>
        <p:grpSpPr>
          <a:xfrm>
            <a:off x="5988844" y="3757492"/>
            <a:ext cx="3096080" cy="962568"/>
            <a:chOff x="6583364" y="4577702"/>
            <a:chExt cx="3096080" cy="962568"/>
          </a:xfrm>
        </p:grpSpPr>
        <p:pic>
          <p:nvPicPr>
            <p:cNvPr id="15" name="Picture 14">
              <a:hlinkClick r:id="rId4" action="ppaction://hlinksldjump"/>
              <a:extLst>
                <a:ext uri="{FF2B5EF4-FFF2-40B4-BE49-F238E27FC236}">
                  <a16:creationId xmlns:a16="http://schemas.microsoft.com/office/drawing/2014/main" id="{2151BE57-E4BA-9E19-4359-622D4C702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3096080" cy="96256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BCB0B90-7108-BF27-3E9F-6C70F92AD045}"/>
                </a:ext>
              </a:extLst>
            </p:cNvPr>
            <p:cNvSpPr txBox="1"/>
            <p:nvPr/>
          </p:nvSpPr>
          <p:spPr>
            <a:xfrm>
              <a:off x="6841314" y="4842887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1"/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Question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FD77FD-481F-87B0-52A5-D96E97A9AC99}"/>
              </a:ext>
            </a:extLst>
          </p:cNvPr>
          <p:cNvGrpSpPr/>
          <p:nvPr/>
        </p:nvGrpSpPr>
        <p:grpSpPr>
          <a:xfrm>
            <a:off x="5988844" y="4506428"/>
            <a:ext cx="3096080" cy="962568"/>
            <a:chOff x="6583364" y="4577702"/>
            <a:chExt cx="3096080" cy="962568"/>
          </a:xfrm>
        </p:grpSpPr>
        <p:pic>
          <p:nvPicPr>
            <p:cNvPr id="18" name="Picture 17">
              <a:hlinkClick r:id="rId6" action="ppaction://hlinksldjump"/>
              <a:extLst>
                <a:ext uri="{FF2B5EF4-FFF2-40B4-BE49-F238E27FC236}">
                  <a16:creationId xmlns:a16="http://schemas.microsoft.com/office/drawing/2014/main" id="{A58E5647-3081-6A6E-BE15-D5334C6A3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3096080" cy="96256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5FC599-887C-EB80-78D8-F6F725B4C957}"/>
                </a:ext>
              </a:extLst>
            </p:cNvPr>
            <p:cNvSpPr txBox="1"/>
            <p:nvPr/>
          </p:nvSpPr>
          <p:spPr>
            <a:xfrm>
              <a:off x="7531720" y="4842887"/>
              <a:ext cx="1199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Decide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606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6E9CA-E094-188F-1896-D3EDA5F68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F3DFD47-46FE-4868-CF0D-EFD1C562071A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E49C9B-5546-4206-C3B4-EAD472BF2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F700C1-60E1-3443-5C8B-3716E7A154C2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Who to question?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034F3AC-A7F2-5CF6-121F-3C6072B277C2}"/>
              </a:ext>
            </a:extLst>
          </p:cNvPr>
          <p:cNvGrpSpPr/>
          <p:nvPr/>
        </p:nvGrpSpPr>
        <p:grpSpPr>
          <a:xfrm>
            <a:off x="2599516" y="4171108"/>
            <a:ext cx="3096080" cy="962568"/>
            <a:chOff x="6583364" y="4577702"/>
            <a:chExt cx="3096080" cy="962568"/>
          </a:xfrm>
        </p:grpSpPr>
        <p:pic>
          <p:nvPicPr>
            <p:cNvPr id="15" name="Picture 14">
              <a:hlinkClick r:id="rId3" action="ppaction://hlinksldjump"/>
              <a:extLst>
                <a:ext uri="{FF2B5EF4-FFF2-40B4-BE49-F238E27FC236}">
                  <a16:creationId xmlns:a16="http://schemas.microsoft.com/office/drawing/2014/main" id="{35AE1551-EDA5-1854-7217-2AEABAB2F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3096080" cy="96256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155C95-E0E1-E683-FBF8-9BADA16C21E2}"/>
                </a:ext>
              </a:extLst>
            </p:cNvPr>
            <p:cNvSpPr txBox="1"/>
            <p:nvPr/>
          </p:nvSpPr>
          <p:spPr>
            <a:xfrm>
              <a:off x="6841314" y="4842887"/>
              <a:ext cx="14478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1"/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Brian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E4B538-6957-5022-22BF-163F17F32641}"/>
              </a:ext>
            </a:extLst>
          </p:cNvPr>
          <p:cNvGrpSpPr/>
          <p:nvPr/>
        </p:nvGrpSpPr>
        <p:grpSpPr>
          <a:xfrm>
            <a:off x="5953545" y="4180726"/>
            <a:ext cx="3096080" cy="962568"/>
            <a:chOff x="6583364" y="4577702"/>
            <a:chExt cx="3096080" cy="962568"/>
          </a:xfrm>
        </p:grpSpPr>
        <p:pic>
          <p:nvPicPr>
            <p:cNvPr id="18" name="Picture 17">
              <a:hlinkClick r:id="rId5" action="ppaction://hlinksldjump"/>
              <a:extLst>
                <a:ext uri="{FF2B5EF4-FFF2-40B4-BE49-F238E27FC236}">
                  <a16:creationId xmlns:a16="http://schemas.microsoft.com/office/drawing/2014/main" id="{A2A4E70E-E7E0-D874-C04B-94F1BA8CA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3096080" cy="96256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7771971-A54E-8E90-A40C-EA304011FCAD}"/>
                </a:ext>
              </a:extLst>
            </p:cNvPr>
            <p:cNvSpPr txBox="1"/>
            <p:nvPr/>
          </p:nvSpPr>
          <p:spPr>
            <a:xfrm>
              <a:off x="7531720" y="4842887"/>
              <a:ext cx="1199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Decide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1A09664-0D0C-BBC9-540F-7079E4754770}"/>
              </a:ext>
            </a:extLst>
          </p:cNvPr>
          <p:cNvGrpSpPr/>
          <p:nvPr/>
        </p:nvGrpSpPr>
        <p:grpSpPr>
          <a:xfrm>
            <a:off x="5953545" y="3328744"/>
            <a:ext cx="3096080" cy="962568"/>
            <a:chOff x="6583364" y="4577702"/>
            <a:chExt cx="3096080" cy="962568"/>
          </a:xfrm>
        </p:grpSpPr>
        <p:pic>
          <p:nvPicPr>
            <p:cNvPr id="4" name="Picture 3">
              <a:hlinkClick r:id="rId6" action="ppaction://hlinksldjump"/>
              <a:extLst>
                <a:ext uri="{FF2B5EF4-FFF2-40B4-BE49-F238E27FC236}">
                  <a16:creationId xmlns:a16="http://schemas.microsoft.com/office/drawing/2014/main" id="{72786156-E362-FDE6-9B94-0D06FA498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3096080" cy="96256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9BB8AA3-D6F9-4A16-81D5-9227BC67F1D9}"/>
                </a:ext>
              </a:extLst>
            </p:cNvPr>
            <p:cNvSpPr txBox="1"/>
            <p:nvPr/>
          </p:nvSpPr>
          <p:spPr>
            <a:xfrm>
              <a:off x="6841314" y="4842887"/>
              <a:ext cx="1503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1"/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Layla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0A307F6-7368-7ECC-6CAC-2AD793FCCE52}"/>
              </a:ext>
            </a:extLst>
          </p:cNvPr>
          <p:cNvGrpSpPr/>
          <p:nvPr/>
        </p:nvGrpSpPr>
        <p:grpSpPr>
          <a:xfrm>
            <a:off x="2599516" y="3309507"/>
            <a:ext cx="3096080" cy="962568"/>
            <a:chOff x="6583364" y="4577702"/>
            <a:chExt cx="3096080" cy="962568"/>
          </a:xfrm>
        </p:grpSpPr>
        <p:pic>
          <p:nvPicPr>
            <p:cNvPr id="9" name="Picture 8">
              <a:hlinkClick r:id="rId7" action="ppaction://hlinksldjump"/>
              <a:extLst>
                <a:ext uri="{FF2B5EF4-FFF2-40B4-BE49-F238E27FC236}">
                  <a16:creationId xmlns:a16="http://schemas.microsoft.com/office/drawing/2014/main" id="{9AC47F2D-E75F-483D-288A-8B9BDFF8E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3096080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9A5C87-2D9B-C2E0-9720-71D9B49340F9}"/>
                </a:ext>
              </a:extLst>
            </p:cNvPr>
            <p:cNvSpPr txBox="1"/>
            <p:nvPr/>
          </p:nvSpPr>
          <p:spPr>
            <a:xfrm>
              <a:off x="6841314" y="4842887"/>
              <a:ext cx="17411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1"/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Charlie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058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36652-60ED-A291-082A-AEEB22004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BC0656-FDFE-9B05-8D7E-3ABACA6E4C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697899" y="-1206445"/>
            <a:ext cx="17446171" cy="17446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CA0D35A-D7EE-4B91-577B-8CE36472317D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77F5F96-107D-B982-BEDC-35F8D00B6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63EA2D-8E04-F30F-53C1-0E9610101AB1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Charlie, I found your ID card in the purple room. Why is that?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918D11D-72D5-40E6-88A9-A2C61743EA0C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841C15E-7E6B-513C-5923-C2219461E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9DE0DE-CE40-F4C3-5812-7FBFB374C3D9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823174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B90AE-C8E7-C522-9BBA-3E58415F5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76F43-0B68-EDCD-229C-54B1283EC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697899" y="-1206445"/>
            <a:ext cx="17446171" cy="174461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3980171-D2DA-7EE4-F57D-15C8A8C9FCB4}"/>
              </a:ext>
            </a:extLst>
          </p:cNvPr>
          <p:cNvGrpSpPr/>
          <p:nvPr/>
        </p:nvGrpSpPr>
        <p:grpSpPr>
          <a:xfrm>
            <a:off x="-564135" y="3968607"/>
            <a:ext cx="13178645" cy="3800042"/>
            <a:chOff x="-564135" y="3968607"/>
            <a:chExt cx="13178645" cy="380004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FAD657-D144-47EA-2D77-A4C8318CA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7"/>
              <a:ext cx="13178645" cy="380004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6BEC04-5035-FEC1-F754-2DEE0CE18B88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You did? I must’ve left it there last </a:t>
              </a:r>
              <a:r>
                <a:rPr lang="en-US" sz="1600" dirty="0" err="1">
                  <a:latin typeface="AaYuanWeiTuSi" panose="02010600010101010101" pitchFamily="2" charset="-122"/>
                  <a:ea typeface="AaYuanWeiTuSi" panose="02010600010101010101" pitchFamily="2" charset="-122"/>
                </a:rPr>
                <a:t>sunday</a:t>
              </a:r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 after my group project.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DDDD7B7-F516-2265-BC53-553B000D523F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5" name="Picture 1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EE1ED87-ADB0-0D00-3963-FF5B3BC6D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04E421-836E-45CD-C7A0-681983F6FC74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46456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F34614-71BE-0191-A04E-01613A11E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219FEE-2513-4007-FCFE-9FE206891A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697899" y="-1206445"/>
            <a:ext cx="17446171" cy="17446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344219A-A436-0B24-FAD3-AE17B7272151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ACFF5E2-A52F-18F2-CF40-5FC51BC1F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35C362-3AFD-B035-3651-EFDDE4DDEE14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The school term has already ended, Charlie. What school project do you have?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D21ADD6-3878-07B5-4533-7DAFBECB740C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71B6AD3-2BBB-8704-B49F-72D38F49F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718211-8198-9DBA-B7FB-107A6C319036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721752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232D0-6865-2B88-73C4-21D1508C0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1C4834-A04C-024F-D6DD-8D5485F46C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697899" y="-1206445"/>
            <a:ext cx="17446171" cy="174461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05EF40F-55D7-1004-49F9-27D026BF7545}"/>
              </a:ext>
            </a:extLst>
          </p:cNvPr>
          <p:cNvGrpSpPr/>
          <p:nvPr/>
        </p:nvGrpSpPr>
        <p:grpSpPr>
          <a:xfrm>
            <a:off x="-564135" y="3968607"/>
            <a:ext cx="13178645" cy="3800042"/>
            <a:chOff x="-564135" y="3968607"/>
            <a:chExt cx="13178645" cy="380004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61B3074-D8CA-F9F2-5659-E146330BE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7"/>
              <a:ext cx="13178645" cy="380004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E4BFFE2-B6FF-93D5-E97E-A192AD5F0BD9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It’s not for school, you see. Me and my friends were working on a business. We booked the room to discuss.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8C59D8-B693-F87A-2BEA-8386BA9E899D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5" name="Picture 1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E8F6E49D-3109-EC6F-D444-FE1C63FFF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B51AD1-941E-DD20-87BC-C95BC8881589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164535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C7777-4540-C900-83D8-004077DC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8125A2-BCAA-5649-5C44-7CDA2225B7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697899" y="-1206445"/>
            <a:ext cx="17446171" cy="17446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6460DE8-130D-16B9-4CFE-D7685ED25C79}"/>
              </a:ext>
            </a:extLst>
          </p:cNvPr>
          <p:cNvGrpSpPr/>
          <p:nvPr/>
        </p:nvGrpSpPr>
        <p:grpSpPr>
          <a:xfrm>
            <a:off x="-556877" y="3968607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A4DE0CF-5BF8-679D-594E-DB9BDA39F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56C0A2F-918D-EC8D-1DA5-085A8D7E173F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 see.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CAFCEE6-2206-F37F-F259-888B50D51E99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rId5" action="ppaction://hlinksldjump"/>
              <a:extLst>
                <a:ext uri="{FF2B5EF4-FFF2-40B4-BE49-F238E27FC236}">
                  <a16:creationId xmlns:a16="http://schemas.microsoft.com/office/drawing/2014/main" id="{18B41951-A9BC-911C-CAB2-D0B0B4FFF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8A57CE-64D9-9532-8F4C-B2E355C72FDB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36145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D02FB-E9AF-6557-E36B-E23FDA759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0BFAF6A-5917-F81E-651E-BACAC021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306C1C4-4684-97D0-D478-8035A7F748DD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28AB498-E0C3-27A9-C4A2-E83833365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0ACD761-B769-02F4-28DB-7E16D1EEE08B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Layla, I found your polaroid on the floor. It seems that the picture was taken just a while ago. The timestamp showed 4:30, around time of crime.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B4FC218-BF9D-3BC1-96B0-ACEABF5E08D9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828A48C-035D-11A0-6A0E-78778BD42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DA0138-ACD9-7F43-B757-0512F7E6E55E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490992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DA5D8-80B0-05FE-8C18-4551AC618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B45AD6-6EE0-1015-A8A5-3556D37DCA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D761AD4-1315-CA00-3EF1-5562D815CA10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7" name="Picture 1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C15AAD8-B1DD-E4D1-F0D1-6839F88E6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466507B-23F0-D81B-2D11-180D0B5A8163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7894356-0CB5-8718-5704-D82A9A9AE24A}"/>
              </a:ext>
            </a:extLst>
          </p:cNvPr>
          <p:cNvGrpSpPr/>
          <p:nvPr/>
        </p:nvGrpSpPr>
        <p:grpSpPr>
          <a:xfrm>
            <a:off x="-564134" y="4105275"/>
            <a:ext cx="13228096" cy="3663374"/>
            <a:chOff x="-564134" y="4105275"/>
            <a:chExt cx="13228096" cy="36633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32364E7-363D-E1A3-BDCD-ACF25A91B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0767"/>
            <a:stretch>
              <a:fillRect/>
            </a:stretch>
          </p:blipFill>
          <p:spPr>
            <a:xfrm>
              <a:off x="-564134" y="4105275"/>
              <a:ext cx="13228096" cy="366337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EDF02CB-5BE4-C4C2-DE4D-FF92916CE2E7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Does it now?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EE4BAC5-31F3-842B-164F-3EDBC6819B0C}"/>
              </a:ext>
            </a:extLst>
          </p:cNvPr>
          <p:cNvGrpSpPr/>
          <p:nvPr/>
        </p:nvGrpSpPr>
        <p:grpSpPr>
          <a:xfrm>
            <a:off x="10050200" y="4121007"/>
            <a:ext cx="683029" cy="962568"/>
            <a:chOff x="6583364" y="4577702"/>
            <a:chExt cx="683029" cy="962568"/>
          </a:xfrm>
        </p:grpSpPr>
        <p:pic>
          <p:nvPicPr>
            <p:cNvPr id="3" name="Picture 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61A9139-46A9-C26D-A8B9-3035B1F37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DA4FB1-B4D9-4125-7FAD-9EB46D8B24B2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211459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559C9-394D-0CAE-31A7-28FC7BC4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92D6905-C6E2-1238-3355-F509AC4BF6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CAC40EB-A621-6A50-67CF-A084D75E2319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A853AD4-C224-7D57-B0FF-3012FFD81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464731-5990-84ED-0AAF-1E03E0DF9CC5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Yes, answer me this, you said you were in the bathroom around that time.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DFE3F9-D851-4309-1991-83B5B726D744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9E62793-0161-BA91-64A9-8B75FC51A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DA10F8E-A51F-BD1B-FA38-E2502F187E71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395385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C7989-C250-1D9C-1567-C5742539E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350E0DF-7705-E396-49A4-BC10DFC21A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AB9322D-1C0B-D1E4-1B51-FE0FB9401219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7" name="Picture 1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CCE4A091-85BF-1CF2-999A-1427D40E6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26A24E-4A94-0BAD-C617-3C9948BCC63A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70DE85F-3B10-C42B-F7CF-51D5D59E1BB3}"/>
              </a:ext>
            </a:extLst>
          </p:cNvPr>
          <p:cNvGrpSpPr/>
          <p:nvPr/>
        </p:nvGrpSpPr>
        <p:grpSpPr>
          <a:xfrm>
            <a:off x="-564134" y="4105275"/>
            <a:ext cx="13228096" cy="3663374"/>
            <a:chOff x="-564134" y="4105275"/>
            <a:chExt cx="13228096" cy="36633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E08262-C820-2C50-915A-210674720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0767"/>
            <a:stretch>
              <a:fillRect/>
            </a:stretch>
          </p:blipFill>
          <p:spPr>
            <a:xfrm>
              <a:off x="-564134" y="4105275"/>
              <a:ext cx="13228096" cy="366337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C4FECDE-4802-291C-54C9-1E9D64F36433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Yeah, and?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FB1D98D-B0AA-49C7-1577-8996CD46D966}"/>
              </a:ext>
            </a:extLst>
          </p:cNvPr>
          <p:cNvGrpSpPr/>
          <p:nvPr/>
        </p:nvGrpSpPr>
        <p:grpSpPr>
          <a:xfrm>
            <a:off x="10050200" y="4121007"/>
            <a:ext cx="683029" cy="962568"/>
            <a:chOff x="6583364" y="4577702"/>
            <a:chExt cx="683029" cy="962568"/>
          </a:xfrm>
        </p:grpSpPr>
        <p:pic>
          <p:nvPicPr>
            <p:cNvPr id="3" name="Picture 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6D2830E-DDB3-6761-87AA-54A602800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65CEFA7-2491-C3F8-15EE-2647F1A3521A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43580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2EE9B-9B70-61F1-0A00-6AF906F6B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FBFFF2A-AC5F-72FB-AB9B-1EB5B7E6A1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34DB6A-B9DD-95F7-D2CE-341A76C3B7A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3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C0E8DCD-7377-0D44-5194-03D300A19AFF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F163DC2-6274-1ED8-1EE8-6B0701CF1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6783ACD-29F8-4CE5-06A2-225B4A1D52FC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Let me speak!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7D451A5-0E51-447F-10AD-F0FE138DC1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685" y="367392"/>
            <a:ext cx="11814629" cy="664572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3D150D0-0F6C-42A2-7D40-AD302C4C7024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D49833E-215A-6BCD-1BD2-318A7C6F2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076D829-6EA6-9EFA-AED8-D749AD83A067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40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8C48D-A41E-911D-4F22-50D90B33A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4018874-6D2E-E3A5-BB11-763C920950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4CCDBB1-590A-5822-E928-6FCAA2029CB1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940F1C4-003F-1184-AC9D-8B8E9E29E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2BE7FE-E1AF-EC6F-DC57-7AAEB8BA7F64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…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64F4925-D6B1-3245-CAEC-7A85D8D265FC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3FC4AB3-5A0E-B30C-BCB9-0A4758D82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204BF5-1E5F-E7A5-A852-395BF47059BA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293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D679DD-3AE0-2D33-E457-9A894CE7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A114664-965F-84DD-77CC-B740AE8EAC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0666B8C-F1B5-3B32-3988-101297FD381C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74EA42-996C-BD98-3608-386444F00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7BC5D1F-D860-39CC-F65A-257A9CF1281A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How did you take the picture then?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AE13C93-4DA8-BE2B-C3BD-B3AB2D7CE431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AEBBE17-8BD2-D14C-CCE2-2C6C52618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C7C56E-EFAA-D261-FC78-BEFEECDF0638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114599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F2199-94AC-F482-94B9-0C7B6319A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CAE357C-D7F1-4B90-C52D-BD54C21B4B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6A3CB0D-B572-3F0A-A3AC-04E4EA887708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7" name="Picture 1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C1B28CB6-4342-A762-7419-5339DC6B4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AF5329-775D-2403-91ED-3C1B0354A021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6B50C5F-D847-1B1C-FE96-217A5B274650}"/>
              </a:ext>
            </a:extLst>
          </p:cNvPr>
          <p:cNvGrpSpPr/>
          <p:nvPr/>
        </p:nvGrpSpPr>
        <p:grpSpPr>
          <a:xfrm>
            <a:off x="-564134" y="4105275"/>
            <a:ext cx="13228096" cy="3663374"/>
            <a:chOff x="-564134" y="4105275"/>
            <a:chExt cx="13228096" cy="36633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87CAEA0-579B-6885-5FD6-6FE8F3662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0767"/>
            <a:stretch>
              <a:fillRect/>
            </a:stretch>
          </p:blipFill>
          <p:spPr>
            <a:xfrm>
              <a:off x="-564134" y="4105275"/>
              <a:ext cx="13228096" cy="366337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E50B714-1647-B075-5351-BA0C4771F09C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 don’t recall taking that picture.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D3871AD-C720-238B-BEA4-42EDA13697EB}"/>
              </a:ext>
            </a:extLst>
          </p:cNvPr>
          <p:cNvGrpSpPr/>
          <p:nvPr/>
        </p:nvGrpSpPr>
        <p:grpSpPr>
          <a:xfrm>
            <a:off x="10050200" y="4121007"/>
            <a:ext cx="683029" cy="962568"/>
            <a:chOff x="6583364" y="4577702"/>
            <a:chExt cx="683029" cy="962568"/>
          </a:xfrm>
        </p:grpSpPr>
        <p:pic>
          <p:nvPicPr>
            <p:cNvPr id="3" name="Picture 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77AFA38-35D9-36DA-7294-453B687CB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C844766-BBE3-F189-40ED-7B08F48FFA8C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7541110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3EDE6-106D-8A9F-1141-9159DCDA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E295A96-E6DF-D813-E2E4-5BF49C21C4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A15FCC7-EE00-EB5A-2A40-A42B6D5732FA}"/>
              </a:ext>
            </a:extLst>
          </p:cNvPr>
          <p:cNvGrpSpPr/>
          <p:nvPr/>
        </p:nvGrpSpPr>
        <p:grpSpPr>
          <a:xfrm>
            <a:off x="-556877" y="3968607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825C7E-698E-F919-CFB4-F939EA62F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E5BFB0-502B-A837-4A1A-A970B6B80BA1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 see.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FDE04F6-AF6E-716D-8995-FB7EDCA660F9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rId5" action="ppaction://hlinksldjump"/>
              <a:extLst>
                <a:ext uri="{FF2B5EF4-FFF2-40B4-BE49-F238E27FC236}">
                  <a16:creationId xmlns:a16="http://schemas.microsoft.com/office/drawing/2014/main" id="{A24B5166-2CE1-01DF-9EF8-5EDC2CC42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FFA7FF-7895-C61F-2BA1-24AAF6DAD043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375047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FAA8AC-E3BC-9622-869E-3F75590EE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F1C6408-DC9B-D7A5-2B78-F156E3A3DD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-3457575" y="-1038110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559861A-4FF5-DAAD-39B1-19BC28E1CA3C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FA6687A-F8B2-F7B8-0260-F3F308576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3BA82A9-D888-D2FA-0CF8-31EF03A0608E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Brian, Let me ask you: when was the last time you see Victoria?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479FC98-559C-FBC4-204A-8540281696AA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73ADF4C-1CE4-A4DD-7232-4C8ADFC00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14EC40-F436-C1FC-A794-2EE03707C436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598181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40415-6114-9131-5480-5175ACE6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0C79CEC-E345-9DD5-D18B-8A56E8AB1D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-3457575" y="-1038110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7894FCF-9E19-26D5-101F-D91D9DF895B7}"/>
              </a:ext>
            </a:extLst>
          </p:cNvPr>
          <p:cNvGrpSpPr/>
          <p:nvPr/>
        </p:nvGrpSpPr>
        <p:grpSpPr>
          <a:xfrm>
            <a:off x="1611171" y="4048125"/>
            <a:ext cx="11003339" cy="3720524"/>
            <a:chOff x="1611171" y="4048125"/>
            <a:chExt cx="11003339" cy="37205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EE4F591-B19E-0CD5-624E-B32E597D1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6507" t="49811"/>
            <a:stretch>
              <a:fillRect/>
            </a:stretch>
          </p:blipFill>
          <p:spPr>
            <a:xfrm>
              <a:off x="1611171" y="4048125"/>
              <a:ext cx="11003339" cy="372052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8A65FC-8F4C-50F5-735F-4DDF6409A160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Not ever since I saw that lying kid humiliate me in front of the whole school.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45B9871-AB05-0E9F-FDF6-7E2C1CDC590A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3307C9D1-6CAF-2AC6-DC3D-9EF320FAC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AEFCCF1-EC88-5C4D-42AF-B2A6964F4F85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673426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FDE1D-5272-F2E1-E2F7-48EA34608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6C5EEFF5-4BA7-6D4C-B0D8-B0FFAE6C59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-3457575" y="-1038110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E62460-09F5-7321-1B73-FBD08C6029B2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D632952-4DFA-1278-1398-E2FCABB4D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B6BE438-C4EA-4A11-B1FD-423E5B3823E3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We found a fingerprint we ran tests on in the purple room. It was yours.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3F01DD3-AFBB-9D1B-92D4-97B56244FE84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4C7E817-CEA6-E9CB-3364-192C3FDA4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16CE1A-DA8B-6297-B913-1568D302262E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820118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CC8C8-AE5B-BAD8-CEEC-BF13CAAB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42D944F-EE33-84E5-C657-14D272AB3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-3457575" y="-1038110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C485-76D1-F6ED-02BD-6BF522B6FAC9}"/>
              </a:ext>
            </a:extLst>
          </p:cNvPr>
          <p:cNvGrpSpPr/>
          <p:nvPr/>
        </p:nvGrpSpPr>
        <p:grpSpPr>
          <a:xfrm>
            <a:off x="1611171" y="4048125"/>
            <a:ext cx="11003339" cy="3720524"/>
            <a:chOff x="1611171" y="4048125"/>
            <a:chExt cx="11003339" cy="37205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6942B9F-8B17-FBA1-73D3-43AF8AD1B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6507" t="49811"/>
            <a:stretch>
              <a:fillRect/>
            </a:stretch>
          </p:blipFill>
          <p:spPr>
            <a:xfrm>
              <a:off x="1611171" y="4048125"/>
              <a:ext cx="11003339" cy="372052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8211659-54CF-B8D7-540D-BFEAC447EB0A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 was in there because I left my watch on accident. I was in that room with Victoria privately the day before.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589E51D-02E5-573C-52A0-BED892926C08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17E4FB0-F300-A070-CD6D-BD906D1C4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CBD448-7BD6-FD7E-DD18-3B39F065ECCE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245310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91B69-C662-98B7-3061-94E8F0DA4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169C700-56C4-6DC7-BD91-30C0B8FBD0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-3457575" y="-1038110"/>
            <a:ext cx="18040350" cy="18040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E07264-5F60-C882-45DE-F7D54E2A3FE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3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8177C9-0A3D-EB26-D9B5-63B97F2D1D3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7166831" y="-107045"/>
            <a:ext cx="10279340" cy="5782129"/>
          </a:xfrm>
          <a:prstGeom prst="rect">
            <a:avLst/>
          </a:prstGeom>
        </p:spPr>
      </p:pic>
      <p:pic>
        <p:nvPicPr>
          <p:cNvPr id="13" name="Picture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CFB8319-32E3-6FCE-AB39-B8CF69ADFD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022" t="9721" r="24219" b="14166"/>
          <a:stretch>
            <a:fillRect/>
          </a:stretch>
        </p:blipFill>
        <p:spPr>
          <a:xfrm>
            <a:off x="285363" y="5610192"/>
            <a:ext cx="1162823" cy="100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74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658F7-4960-0B91-1B08-5D01A1018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EC0CBD3-F57C-7AF4-0091-4E13DAF12E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-3457575" y="-1038110"/>
            <a:ext cx="18040350" cy="18040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518D7F-5E0D-C9DE-9D03-D4C949BDFD9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3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8FA09F7-28B7-06B6-D74C-FD43B277D7C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7166831" y="-107045"/>
            <a:ext cx="10279340" cy="57821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914747-C8F6-72DC-4D23-9DAC0EE835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022" t="9721" r="24219" b="14166"/>
          <a:stretch>
            <a:fillRect/>
          </a:stretch>
        </p:blipFill>
        <p:spPr>
          <a:xfrm>
            <a:off x="-2219712" y="6933729"/>
            <a:ext cx="1162823" cy="100051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5018FD3-8B4C-9498-E878-3EEED8366C66}"/>
              </a:ext>
            </a:extLst>
          </p:cNvPr>
          <p:cNvGrpSpPr/>
          <p:nvPr/>
        </p:nvGrpSpPr>
        <p:grpSpPr>
          <a:xfrm>
            <a:off x="371475" y="247289"/>
            <a:ext cx="11886329" cy="6610711"/>
            <a:chOff x="371475" y="247289"/>
            <a:chExt cx="11886329" cy="661071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A76384B-6430-E2B9-4DAF-516577712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6499" y="247289"/>
              <a:ext cx="11458037" cy="6445146"/>
            </a:xfrm>
            <a:prstGeom prst="rect">
              <a:avLst/>
            </a:prstGeom>
          </p:spPr>
        </p:pic>
        <p:sp>
          <p:nvSpPr>
            <p:cNvPr id="14" name="Rectangle 13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BBA80AE-DDAD-9671-9C11-90163076E4DB}"/>
                </a:ext>
              </a:extLst>
            </p:cNvPr>
            <p:cNvSpPr/>
            <p:nvPr/>
          </p:nvSpPr>
          <p:spPr>
            <a:xfrm>
              <a:off x="371475" y="581025"/>
              <a:ext cx="11886329" cy="6276975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3425585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6E91A-902A-F991-FEC6-1DD41E514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9F9F2A8-FCF6-E3B0-A3C3-692E0E1553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-3457575" y="-1038110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D3247A5-8087-7DCF-49B1-614ADF1941E7}"/>
              </a:ext>
            </a:extLst>
          </p:cNvPr>
          <p:cNvGrpSpPr/>
          <p:nvPr/>
        </p:nvGrpSpPr>
        <p:grpSpPr>
          <a:xfrm>
            <a:off x="-556877" y="3968607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2F2799C-E852-267B-562C-D57D66ED9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9AB6C4-BE9B-86FE-70B2-D282BE7AC4FA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 see.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38B2702-B02C-F81D-0A3F-AD1BC870DB5A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rId5" action="ppaction://hlinksldjump"/>
              <a:extLst>
                <a:ext uri="{FF2B5EF4-FFF2-40B4-BE49-F238E27FC236}">
                  <a16:creationId xmlns:a16="http://schemas.microsoft.com/office/drawing/2014/main" id="{23E99FF6-57B4-0802-5E6C-C78E0AFE5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DE8952-0494-5972-7062-9ACD357C5313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627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A9E9F-DE2E-3C37-C63D-6DBC3760A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11AA5B7-C4B3-F054-5BDC-775C06ECC2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08914" y="-1104845"/>
            <a:ext cx="17446171" cy="17446171"/>
          </a:xfrm>
          <a:prstGeom prst="rect">
            <a:avLst/>
          </a:prstGeom>
        </p:spPr>
      </p:pic>
      <p:pic>
        <p:nvPicPr>
          <p:cNvPr id="11" name="Picture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642B903-E425-EDC7-77B7-FDA578AD11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pic>
        <p:nvPicPr>
          <p:cNvPr id="13" name="Picture 1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A1506C-2F94-9564-548D-BD4AEB2507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 flipH="1">
            <a:off x="200025" y="-951024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8ADC007-A6A9-0E40-928B-9B3FBECC98C4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52FB7C9-A092-ECBE-C227-D45720019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592272-290E-6669-0F2B-AF89DFED4275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 have made my decision.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F79755B-9A9E-205E-9169-DFFC1013A11A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C025ACE-AF70-1CE9-95E6-3661DFF27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F23D3F-5F20-827C-4700-325BD456A2DD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632830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6441B-67F0-065B-FBA4-B1D05905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EA805E-EAA6-1885-CDB0-AD53C3AFABEB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B81668-4E20-E614-1103-B0FB2E718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E41FC8-12A3-2C6D-3D90-CD797D3E30B8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Who is the murderer?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1473CB-D9AC-7D7E-06A3-A72A3656D4FA}"/>
              </a:ext>
            </a:extLst>
          </p:cNvPr>
          <p:cNvGrpSpPr/>
          <p:nvPr/>
        </p:nvGrpSpPr>
        <p:grpSpPr>
          <a:xfrm>
            <a:off x="2599516" y="4171108"/>
            <a:ext cx="3096080" cy="962568"/>
            <a:chOff x="6583364" y="4577702"/>
            <a:chExt cx="3096080" cy="962568"/>
          </a:xfrm>
        </p:grpSpPr>
        <p:pic>
          <p:nvPicPr>
            <p:cNvPr id="15" name="Picture 14">
              <a:hlinkClick r:id="rId3" action="ppaction://hlinksldjump"/>
              <a:extLst>
                <a:ext uri="{FF2B5EF4-FFF2-40B4-BE49-F238E27FC236}">
                  <a16:creationId xmlns:a16="http://schemas.microsoft.com/office/drawing/2014/main" id="{2EE256E2-FDDE-F24B-E105-546DDC363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3096080" cy="96256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CE4C9CB-B1DB-B675-3E07-3CE05C0AD700}"/>
                </a:ext>
              </a:extLst>
            </p:cNvPr>
            <p:cNvSpPr txBox="1"/>
            <p:nvPr/>
          </p:nvSpPr>
          <p:spPr>
            <a:xfrm>
              <a:off x="6841314" y="4842887"/>
              <a:ext cx="14478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1"/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Brian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3E74377-C8C7-D1FA-D11F-03AE718E20E9}"/>
              </a:ext>
            </a:extLst>
          </p:cNvPr>
          <p:cNvGrpSpPr/>
          <p:nvPr/>
        </p:nvGrpSpPr>
        <p:grpSpPr>
          <a:xfrm>
            <a:off x="5953545" y="3328744"/>
            <a:ext cx="3096080" cy="962568"/>
            <a:chOff x="6583364" y="4577702"/>
            <a:chExt cx="3096080" cy="962568"/>
          </a:xfrm>
        </p:grpSpPr>
        <p:pic>
          <p:nvPicPr>
            <p:cNvPr id="4" name="Picture 3">
              <a:hlinkClick r:id="rId5" action="ppaction://hlinksldjump"/>
              <a:extLst>
                <a:ext uri="{FF2B5EF4-FFF2-40B4-BE49-F238E27FC236}">
                  <a16:creationId xmlns:a16="http://schemas.microsoft.com/office/drawing/2014/main" id="{A3728FF1-8B4A-CA64-86BD-727F7BDEF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3096080" cy="96256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C77B40-CECC-59E8-5401-314A4E464DCC}"/>
                </a:ext>
              </a:extLst>
            </p:cNvPr>
            <p:cNvSpPr txBox="1"/>
            <p:nvPr/>
          </p:nvSpPr>
          <p:spPr>
            <a:xfrm>
              <a:off x="6841314" y="4842887"/>
              <a:ext cx="1503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1"/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Layla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61D522-1025-5080-2025-9ED1EC0DA352}"/>
              </a:ext>
            </a:extLst>
          </p:cNvPr>
          <p:cNvGrpSpPr/>
          <p:nvPr/>
        </p:nvGrpSpPr>
        <p:grpSpPr>
          <a:xfrm>
            <a:off x="2599516" y="3309507"/>
            <a:ext cx="3096080" cy="962568"/>
            <a:chOff x="6583364" y="4577702"/>
            <a:chExt cx="3096080" cy="962568"/>
          </a:xfrm>
        </p:grpSpPr>
        <p:pic>
          <p:nvPicPr>
            <p:cNvPr id="9" name="Picture 8">
              <a:hlinkClick r:id="rId6" action="ppaction://hlinksldjump"/>
              <a:extLst>
                <a:ext uri="{FF2B5EF4-FFF2-40B4-BE49-F238E27FC236}">
                  <a16:creationId xmlns:a16="http://schemas.microsoft.com/office/drawing/2014/main" id="{2EC24DE1-C617-EB63-AE21-460BB6744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3096080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ABD87E-0033-057D-BDB5-7DD7A8F8BB44}"/>
                </a:ext>
              </a:extLst>
            </p:cNvPr>
            <p:cNvSpPr txBox="1"/>
            <p:nvPr/>
          </p:nvSpPr>
          <p:spPr>
            <a:xfrm>
              <a:off x="6841314" y="4842887"/>
              <a:ext cx="17411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1"/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Charlie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7295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5367C-EED0-6A4E-4804-CEA50C27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917E83-D944-93FB-D738-E6B532716E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697899" y="-1206445"/>
            <a:ext cx="17446171" cy="1744617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A4691A8-7134-C705-4DAA-1AD5661568B4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19B196-B7D9-B4AC-D363-68A515439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7701D4E-FA67-8ADE-B598-677C3FED8D89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Charlie, follow me.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673EFE1-1ADE-B69A-EF01-76954C37BA93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rId5" action="ppaction://hlinksldjump"/>
              <a:extLst>
                <a:ext uri="{FF2B5EF4-FFF2-40B4-BE49-F238E27FC236}">
                  <a16:creationId xmlns:a16="http://schemas.microsoft.com/office/drawing/2014/main" id="{ED8C263C-EF44-4FBE-D2B8-6874443FA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BC9B06-720E-56B0-5F31-8D4A27F44EEA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3937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CD6F8-3773-C255-048D-949ABAB33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1005D5C-0812-0AF4-ACB9-DEE97E106C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47279" y="327646"/>
            <a:ext cx="15025079" cy="1502507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F136DF9-2080-A7B3-F5D4-32DD09274D8C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9AAC578-D82B-8E93-CC8D-705A167AC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AEBD31-A738-0BF4-126C-5FAC6955A293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Layla, follow me.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E823C12-24BB-04AF-E000-DA29C36CD71E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rId5" action="ppaction://hlinksldjump"/>
              <a:extLst>
                <a:ext uri="{FF2B5EF4-FFF2-40B4-BE49-F238E27FC236}">
                  <a16:creationId xmlns:a16="http://schemas.microsoft.com/office/drawing/2014/main" id="{7F9EE0FD-88C0-52AA-4006-4377CF9B6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729DE32-AB04-0F65-3FE3-CA4F9B1FB130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6204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87327-9403-6784-9155-943FD727D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74E74AC-2D1F-FCC0-D4CC-8028946F9D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-3254375" y="-994567"/>
            <a:ext cx="18040350" cy="180403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5170433-DF23-BDC4-9CAF-EF8ABC95E343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10BC1CD-9150-934E-127E-FB349851D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460692-6E48-0487-C382-86AE12B118CC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Brian, follow me.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BE3BA54-0E08-1E79-CE81-D794A71D5B72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rId5" action="ppaction://hlinksldjump"/>
              <a:extLst>
                <a:ext uri="{FF2B5EF4-FFF2-40B4-BE49-F238E27FC236}">
                  <a16:creationId xmlns:a16="http://schemas.microsoft.com/office/drawing/2014/main" id="{2CC695E4-859F-3741-054D-77EB19860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70CB88D-7E90-19E6-CA88-33097D53EDF6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47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EC8BE5-A930-24CA-8CA8-A053CEA0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AA6A0CD-8842-A018-11C4-626908A6C1C5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2E41DB-D850-B811-87B4-5FA655807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149E2D-9C40-032A-0CFE-23780EFD546C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Uh oh!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686CF11-80AB-A7A3-6EE1-6577A3D4DCF0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12" name="Picture 1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31502B3-76E8-1A57-6173-A3C29DB71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1E6F13-437B-9B47-0FCD-B742543B341F}"/>
                </a:ext>
              </a:extLst>
            </p:cNvPr>
            <p:cNvSpPr txBox="1"/>
            <p:nvPr/>
          </p:nvSpPr>
          <p:spPr>
            <a:xfrm>
              <a:off x="7137870" y="4842887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?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309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7B950-7862-90CD-A75A-3A33E105D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63E547-8462-EB08-31A7-34C3B8DAAC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7D8798-DC5C-FC62-457C-AC329C6BD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8990" y="654957"/>
            <a:ext cx="11504990" cy="647155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3802D8-0806-E1C9-DF9E-FBFAC1B7F47F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60081F-EEC8-8E06-039B-84384A806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46CA0D-B485-474E-AD29-39E78A5300FF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It found you.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6C7575F-7649-5356-FFF0-92C9D6CE0F00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12" name="Picture 1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FFDB78C8-6A3D-B224-4282-B0192AB9AD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9ACAE2-6CCF-1F98-B952-189C053708EA}"/>
                </a:ext>
              </a:extLst>
            </p:cNvPr>
            <p:cNvSpPr txBox="1"/>
            <p:nvPr/>
          </p:nvSpPr>
          <p:spPr>
            <a:xfrm>
              <a:off x="7137870" y="4842887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?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858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F0485-141B-516D-4345-296E23BA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9A38478-26B0-A064-7C00-17DB0F9D40A9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159C4E5-0D6E-F11E-EA34-DBE814E33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1FCC586-BBE3-79E2-C775-FFF46D60B43F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Good luck.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86FA2E-0921-9212-F004-EA6C2E4C15A2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12" name="Picture 1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3A55678-6479-4F6A-5291-DA85B8F6E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D8DBC1-D957-18EF-346F-8724BDA90C9D}"/>
                </a:ext>
              </a:extLst>
            </p:cNvPr>
            <p:cNvSpPr txBox="1"/>
            <p:nvPr/>
          </p:nvSpPr>
          <p:spPr>
            <a:xfrm>
              <a:off x="7137870" y="4842887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?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BA570FC-91F6-477A-925B-8DEF5FCA6AA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3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pic>
        <p:nvPicPr>
          <p:cNvPr id="8" name="Picture 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107BCF4-6407-6482-4BC5-94AF9983D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259137" y="-3805749"/>
            <a:ext cx="27365284" cy="1539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5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DCBCE-B561-03D9-46A9-B98120359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2A6051F-0924-2376-30CE-4F5614400AA6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97096C9-2C1D-4D1D-4ADC-15047EC8A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E39615-FF02-5E44-7047-EEE32DFF9DCF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Oh, Layla.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CE9D550-42FE-5670-8450-9E82A8827DC2}"/>
              </a:ext>
            </a:extLst>
          </p:cNvPr>
          <p:cNvGrpSpPr/>
          <p:nvPr/>
        </p:nvGrpSpPr>
        <p:grpSpPr>
          <a:xfrm>
            <a:off x="5988844" y="3757492"/>
            <a:ext cx="1471612" cy="962568"/>
            <a:chOff x="6583364" y="4577702"/>
            <a:chExt cx="1471612" cy="962568"/>
          </a:xfrm>
        </p:grpSpPr>
        <p:pic>
          <p:nvPicPr>
            <p:cNvPr id="12" name="Picture 1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14A6F2A-B636-5216-0742-1342AC68A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1471612" cy="96256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540E6F-6557-C3C0-FDA4-1D2320F81536}"/>
                </a:ext>
              </a:extLst>
            </p:cNvPr>
            <p:cNvSpPr txBox="1"/>
            <p:nvPr/>
          </p:nvSpPr>
          <p:spPr>
            <a:xfrm>
              <a:off x="7137870" y="4842887"/>
              <a:ext cx="362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?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862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D67F5-9DF0-FF01-34AD-55E67C47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AA9558B-D046-0559-E8C5-BCF587AD32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61793" y="0"/>
            <a:ext cx="15025079" cy="1502507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59426A6-334F-8B5E-BBB3-8ADC5B53C875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7" name="Picture 1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C9FE66DC-953B-1F0F-EAA9-56608C7A1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4B9B358-1A89-B86B-1868-9377A5CCCCED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B712B60-D891-12E4-C160-84A8009F0D1A}"/>
              </a:ext>
            </a:extLst>
          </p:cNvPr>
          <p:cNvGrpSpPr/>
          <p:nvPr/>
        </p:nvGrpSpPr>
        <p:grpSpPr>
          <a:xfrm>
            <a:off x="-564134" y="4105275"/>
            <a:ext cx="13228096" cy="3663374"/>
            <a:chOff x="-564134" y="4105275"/>
            <a:chExt cx="13228096" cy="36633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D723DD3-624A-A3FD-A2EE-5337FBA2C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0767"/>
            <a:stretch>
              <a:fillRect/>
            </a:stretch>
          </p:blipFill>
          <p:spPr>
            <a:xfrm>
              <a:off x="-564134" y="4105275"/>
              <a:ext cx="13228096" cy="366337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B0DF70-CEA3-8235-D438-6CF6E416E037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WAIT- PLEASE BELIEVE ME! I DON’T HAVE ANY MEMORY EVEN SEEING HER TODAY!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119E6DA-B97B-8EA2-A99D-CD0F74F7267D}"/>
              </a:ext>
            </a:extLst>
          </p:cNvPr>
          <p:cNvGrpSpPr/>
          <p:nvPr/>
        </p:nvGrpSpPr>
        <p:grpSpPr>
          <a:xfrm>
            <a:off x="10050200" y="4121007"/>
            <a:ext cx="683029" cy="962568"/>
            <a:chOff x="6583364" y="4577702"/>
            <a:chExt cx="683029" cy="962568"/>
          </a:xfrm>
        </p:grpSpPr>
        <p:pic>
          <p:nvPicPr>
            <p:cNvPr id="3" name="Picture 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BB2C471-2AE3-C74B-2BFE-247046E20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532A325-553A-4AFE-38A4-989F85745669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358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7F981F-5BF6-262A-EDFC-D1DE8CED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AA35365-2741-FC73-1EC8-4BAB1347D2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61793" y="0"/>
            <a:ext cx="15025079" cy="1502507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91A0B67-6416-A63F-049F-CBC12C91BF73}"/>
              </a:ext>
            </a:extLst>
          </p:cNvPr>
          <p:cNvGrpSpPr/>
          <p:nvPr/>
        </p:nvGrpSpPr>
        <p:grpSpPr>
          <a:xfrm>
            <a:off x="-564135" y="3968606"/>
            <a:ext cx="13178645" cy="3800043"/>
            <a:chOff x="-564135" y="3968606"/>
            <a:chExt cx="13178645" cy="38000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053B3E3-ED79-E0D5-173F-A35828388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738"/>
            <a:stretch>
              <a:fillRect/>
            </a:stretch>
          </p:blipFill>
          <p:spPr>
            <a:xfrm>
              <a:off x="-564135" y="3968606"/>
              <a:ext cx="13178645" cy="38000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02D82D-1D82-F93B-5F37-6BB722B32403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I’m sorry, but it’s up to court now.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0DAE3A-C2B6-0A69-3C58-91AB088A2871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9" name="Picture 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4D44628-AB5A-A671-6506-650E70215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E6E399-8FFD-D64B-3FCB-1DAE64C46040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216085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4B15B-7FB1-4932-6F4C-356DD43E9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2B9A18A-36AF-14DB-2DBC-7442D4C029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161793" y="0"/>
            <a:ext cx="15025079" cy="1502507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53273F-C437-9B29-7E05-4D5BBD190B29}"/>
              </a:ext>
            </a:extLst>
          </p:cNvPr>
          <p:cNvGrpSpPr/>
          <p:nvPr/>
        </p:nvGrpSpPr>
        <p:grpSpPr>
          <a:xfrm>
            <a:off x="9897800" y="3968607"/>
            <a:ext cx="683029" cy="962568"/>
            <a:chOff x="6583364" y="4577702"/>
            <a:chExt cx="683029" cy="962568"/>
          </a:xfrm>
        </p:grpSpPr>
        <p:pic>
          <p:nvPicPr>
            <p:cNvPr id="17" name="Picture 16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9A2A255-F98E-811D-C58D-DF2F82409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5D3B8E-178F-218B-0EBB-C4BED2881A91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386DC17-7504-36AC-16AE-DC3B1B41A6E6}"/>
              </a:ext>
            </a:extLst>
          </p:cNvPr>
          <p:cNvGrpSpPr/>
          <p:nvPr/>
        </p:nvGrpSpPr>
        <p:grpSpPr>
          <a:xfrm>
            <a:off x="-564134" y="4105275"/>
            <a:ext cx="13228096" cy="3663374"/>
            <a:chOff x="-564134" y="4105275"/>
            <a:chExt cx="13228096" cy="366337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0AF0D4F-4712-8A41-6F2A-0E84E5BF6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0767"/>
            <a:stretch>
              <a:fillRect/>
            </a:stretch>
          </p:blipFill>
          <p:spPr>
            <a:xfrm>
              <a:off x="-564134" y="4105275"/>
              <a:ext cx="13228096" cy="366337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A191458-08FA-B4D4-7C1C-E57E803EE8C2}"/>
                </a:ext>
              </a:extLst>
            </p:cNvPr>
            <p:cNvSpPr txBox="1"/>
            <p:nvPr/>
          </p:nvSpPr>
          <p:spPr>
            <a:xfrm>
              <a:off x="2088261" y="4982346"/>
              <a:ext cx="81297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PLLLLLLLLLLLLLLLLLLLLLLLEASE!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5F2B9B4-D63F-CFEC-1D6D-7F39A8B8D017}"/>
              </a:ext>
            </a:extLst>
          </p:cNvPr>
          <p:cNvGrpSpPr/>
          <p:nvPr/>
        </p:nvGrpSpPr>
        <p:grpSpPr>
          <a:xfrm>
            <a:off x="10050200" y="4121007"/>
            <a:ext cx="683029" cy="962568"/>
            <a:chOff x="6583364" y="4577702"/>
            <a:chExt cx="683029" cy="962568"/>
          </a:xfrm>
        </p:grpSpPr>
        <p:pic>
          <p:nvPicPr>
            <p:cNvPr id="3" name="Picture 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4D30F5E-7DFF-59D7-3338-31EF09665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692" t="57373" r="47573" b="32989"/>
            <a:stretch>
              <a:fillRect/>
            </a:stretch>
          </p:blipFill>
          <p:spPr>
            <a:xfrm>
              <a:off x="6583364" y="4577702"/>
              <a:ext cx="683029" cy="962568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AE62121-8A26-7387-16E9-97848D1563E2}"/>
                </a:ext>
              </a:extLst>
            </p:cNvPr>
            <p:cNvSpPr txBox="1"/>
            <p:nvPr/>
          </p:nvSpPr>
          <p:spPr>
            <a:xfrm>
              <a:off x="6747221" y="4850507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aYuanWeiTuSi" panose="02010600010101010101" pitchFamily="2" charset="-122"/>
                  <a:ea typeface="AaYuanWeiTuSi" panose="02010600010101010101" pitchFamily="2" charset="-122"/>
                  <a:hlinkClick r:id="" action="ppaction://hlinkshowjump?jump=nextslid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x</a:t>
              </a:r>
              <a:endParaRPr lang="en-ID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96D7B6A-80BC-E10A-23AA-109A4CB280E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3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pic>
        <p:nvPicPr>
          <p:cNvPr id="8" name="Picture 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DEE6F31-E22B-6197-8D52-9E44391A4C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28990" y="654957"/>
            <a:ext cx="11504990" cy="647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0534C-EFE0-C761-9424-2F3A92B3D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05EB910-FABC-5612-F37D-54D8164ADDA0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8C8AE21-3568-4D67-3195-3F43008A3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B0ED8FD-5EA0-18F6-3EAC-247265CBD0F1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Oo, it’s the key to leave!</a:t>
              </a:r>
            </a:p>
          </p:txBody>
        </p:sp>
      </p:grpSp>
      <p:pic>
        <p:nvPicPr>
          <p:cNvPr id="4" name="Pictur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A790D75-17F1-3AD3-89E7-6D19F4996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883" y="3429000"/>
            <a:ext cx="1476375" cy="8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414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24F8E4-FA92-2E4D-C4C1-C4F23074D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B06EC15-0374-60B7-CA84-2BB0F68B96C8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4D15E8B-85B8-8E40-176E-A367288A8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ABB1C4-A174-2587-3433-DA9CFCB57CCF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You think it’s that easy?</a:t>
              </a: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Think again.</a:t>
              </a:r>
            </a:p>
          </p:txBody>
        </p:sp>
      </p:grpSp>
      <p:pic>
        <p:nvPicPr>
          <p:cNvPr id="6" name="Picture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2B8C7D1-2188-35F2-C3F6-0A2D3CC50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0711" y="990600"/>
            <a:ext cx="1476375" cy="8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85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F8A7C-DDC7-6684-E2B7-7D214446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B10DF09-6A77-6589-BF79-2F0E322445DC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0F1852F-4C04-C8A6-CCEF-10C747A94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97C231-A675-FEC5-32DB-2E65EAE18F6C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Whoops! It won’t let you go that easily.</a:t>
              </a:r>
            </a:p>
          </p:txBody>
        </p:sp>
      </p:grpSp>
      <p:pic>
        <p:nvPicPr>
          <p:cNvPr id="6" name="Picture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BE3F77-CFD5-8DFD-2F64-B2E26D649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9" y="2868751"/>
            <a:ext cx="1476375" cy="8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85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69AD4-CA92-A385-8D7F-14651CCF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1C2E13-7B87-E3C9-56AA-4FCAF1420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083" y="3283982"/>
            <a:ext cx="1476375" cy="83046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B97F071-B514-EBF9-9186-72947B907CA2}"/>
              </a:ext>
            </a:extLst>
          </p:cNvPr>
          <p:cNvGrpSpPr/>
          <p:nvPr/>
        </p:nvGrpSpPr>
        <p:grpSpPr>
          <a:xfrm>
            <a:off x="2599517" y="99845"/>
            <a:ext cx="6858000" cy="6858000"/>
            <a:chOff x="2667000" y="214085"/>
            <a:chExt cx="6858000" cy="6858000"/>
          </a:xfrm>
        </p:grpSpPr>
        <p:pic>
          <p:nvPicPr>
            <p:cNvPr id="5" name="Picture 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1795D6F-4E6D-4D5E-50A9-FF4E0FA9C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7000" y="214085"/>
              <a:ext cx="6858000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CB9051-14BE-B3DD-EE9D-A7367254736F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Well, good job, detective! You caught the c̸̛͎u̴̬̚l̵̠̆p̶̱̓r̶̹͌</a:t>
              </a:r>
              <a:r>
                <a:rPr lang="en-US" sz="1600" dirty="0" err="1">
                  <a:latin typeface="AaYuanWeiTuSi" panose="02010600010101010101" pitchFamily="2" charset="-122"/>
                  <a:ea typeface="AaYuanWeiTuSi" panose="02010600010101010101" pitchFamily="2" charset="-122"/>
                </a:rPr>
                <a:t>i</a:t>
              </a:r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̴̨̄t̸̙̏</a:t>
              </a: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Shouldn’t you go home?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3319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4289F-CAB3-BE2D-DFC6-72F8587EB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998ED11-A2D7-FC45-0855-1A8140C6B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083" y="3283982"/>
            <a:ext cx="1476375" cy="83046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8A45D6C-BC1E-132A-7E52-0E7A5747341B}"/>
              </a:ext>
            </a:extLst>
          </p:cNvPr>
          <p:cNvGrpSpPr/>
          <p:nvPr/>
        </p:nvGrpSpPr>
        <p:grpSpPr>
          <a:xfrm>
            <a:off x="342547" y="-1467697"/>
            <a:ext cx="5114824" cy="6858000"/>
            <a:chOff x="2667000" y="214085"/>
            <a:chExt cx="5114824" cy="6858000"/>
          </a:xfrm>
        </p:grpSpPr>
        <p:pic>
          <p:nvPicPr>
            <p:cNvPr id="5" name="Picture 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3BA726C-F349-ACA9-BAD8-B3FE78268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5418"/>
            <a:stretch>
              <a:fillRect/>
            </a:stretch>
          </p:blipFill>
          <p:spPr>
            <a:xfrm>
              <a:off x="2667000" y="214085"/>
              <a:ext cx="5114824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1AEDBD-83FF-7BD2-3FED-6F7FD24D67E3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Fine, here’s the key.</a:t>
              </a: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Good luck escaping it though.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5414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749D4-EE7B-087B-E425-BCCBC87B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DA704B4-31F0-6EBC-34B4-822B53D2F8AC}"/>
              </a:ext>
            </a:extLst>
          </p:cNvPr>
          <p:cNvGrpSpPr/>
          <p:nvPr/>
        </p:nvGrpSpPr>
        <p:grpSpPr>
          <a:xfrm>
            <a:off x="342547" y="-1467697"/>
            <a:ext cx="5114824" cy="6858000"/>
            <a:chOff x="2667000" y="214085"/>
            <a:chExt cx="5114824" cy="6858000"/>
          </a:xfrm>
        </p:grpSpPr>
        <p:pic>
          <p:nvPicPr>
            <p:cNvPr id="5" name="Picture 4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A6C9258-C829-A112-BB2C-F4AD69828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5418"/>
            <a:stretch>
              <a:fillRect/>
            </a:stretch>
          </p:blipFill>
          <p:spPr>
            <a:xfrm>
              <a:off x="2667000" y="214085"/>
              <a:ext cx="5114824" cy="6858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BB78C8-2B53-20CD-4B88-994EB171E713}"/>
                </a:ext>
              </a:extLst>
            </p:cNvPr>
            <p:cNvSpPr txBox="1"/>
            <p:nvPr/>
          </p:nvSpPr>
          <p:spPr>
            <a:xfrm>
              <a:off x="4144628" y="3059668"/>
              <a:ext cx="335925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Fine, here’s the key.</a:t>
              </a:r>
            </a:p>
            <a:p>
              <a:pPr algn="just"/>
              <a:endParaRPr lang="en-US" sz="1600" dirty="0">
                <a:latin typeface="AaYuanWeiTuSi" panose="02010600010101010101" pitchFamily="2" charset="-122"/>
                <a:ea typeface="AaYuanWeiTuSi" panose="02010600010101010101" pitchFamily="2" charset="-122"/>
              </a:endParaRPr>
            </a:p>
            <a:p>
              <a:pPr algn="just"/>
              <a:r>
                <a:rPr lang="en-US" sz="1600" dirty="0">
                  <a:latin typeface="AaYuanWeiTuSi" panose="02010600010101010101" pitchFamily="2" charset="-122"/>
                  <a:ea typeface="AaYuanWeiTuSi" panose="02010600010101010101" pitchFamily="2" charset="-122"/>
                </a:rPr>
                <a:t>Good luck escaping it though.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5B2F099-63FE-D205-37CD-A82A487E9C5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>
            <a:off x="-459415" y="-709248"/>
            <a:ext cx="12969206" cy="8680782"/>
          </a:xfrm>
          <a:prstGeom prst="rect">
            <a:avLst/>
          </a:prstGeom>
        </p:spPr>
      </p:pic>
      <p:pic>
        <p:nvPicPr>
          <p:cNvPr id="6" name="Picture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5A71B6F-BC94-A639-E32A-03119E00A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083" y="3283982"/>
            <a:ext cx="1476375" cy="8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31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D0C24-7117-8569-DF8B-91C5F9C1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E8928E3-0039-E859-5327-515F6C168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083" y="3283982"/>
            <a:ext cx="1476375" cy="8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7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3916</Words>
  <Application>Microsoft Office PowerPoint</Application>
  <PresentationFormat>Widescreen</PresentationFormat>
  <Paragraphs>609</Paragraphs>
  <Slides>185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185</vt:i4>
      </vt:variant>
    </vt:vector>
  </HeadingPairs>
  <TitlesOfParts>
    <vt:vector size="190" baseType="lpstr">
      <vt:lpstr>AaYuanWeiTuSi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Cherish J</dc:creator>
  <cp:lastModifiedBy>Cherish J</cp:lastModifiedBy>
  <cp:revision>13</cp:revision>
  <dcterms:created xsi:type="dcterms:W3CDTF">2026-10-07T11:20:53Z</dcterms:created>
  <dcterms:modified xsi:type="dcterms:W3CDTF">2026-10-15T09:26:50Z</dcterms:modified>
</cp:coreProperties>
</file>